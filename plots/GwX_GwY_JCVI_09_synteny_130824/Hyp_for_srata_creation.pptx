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538" r:id="rId3"/>
    <p:sldId id="539" r:id="rId4"/>
    <p:sldId id="540" r:id="rId5"/>
    <p:sldId id="531" r:id="rId6"/>
    <p:sldId id="543" r:id="rId7"/>
    <p:sldId id="541" r:id="rId8"/>
    <p:sldId id="542" r:id="rId9"/>
    <p:sldId id="528" r:id="rId10"/>
    <p:sldId id="544" r:id="rId11"/>
    <p:sldId id="545" r:id="rId12"/>
    <p:sldId id="536" r:id="rId13"/>
    <p:sldId id="537" r:id="rId14"/>
    <p:sldId id="546" r:id="rId15"/>
    <p:sldId id="547" r:id="rId16"/>
    <p:sldId id="257" r:id="rId17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47"/>
    <p:restoredTop sz="94699"/>
  </p:normalViewPr>
  <p:slideViewPr>
    <p:cSldViewPr snapToGrid="0">
      <p:cViewPr>
        <p:scale>
          <a:sx n="111" d="100"/>
          <a:sy n="111" d="100"/>
        </p:scale>
        <p:origin x="3808" y="2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232EF6-65FD-294E-875B-2037D03C62A4}" type="datetimeFigureOut">
              <a:rPr lang="en-CH" smtClean="0"/>
              <a:t>31.10.2025</a:t>
            </a:fld>
            <a:endParaRPr lang="en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F3724A-2010-3945-9190-0D8E6961263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415629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F3724A-2010-3945-9190-0D8E69612635}" type="slidenum">
              <a:rPr lang="en-CH" smtClean="0"/>
              <a:t>3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8858358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104F2-980B-18D0-4844-56066648A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9254DE-50B9-05F8-E498-6DA80ABC1F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BB5A27-E4BC-716C-5F6C-B301341690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7EFCA0-A880-BD36-FA9C-C60EB38629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F3724A-2010-3945-9190-0D8E69612635}" type="slidenum">
              <a:rPr lang="en-CH" smtClean="0"/>
              <a:t>4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305358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16BC4-DD5D-51FA-29D6-2C4D46D723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C1A4B0-ED38-0CA1-FD75-E8C71A823A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B6408-9F14-328A-A909-0C240B5D5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F66C9-8B46-0F42-B020-7555B3107166}" type="datetimeFigureOut">
              <a:rPr lang="en-CH" smtClean="0"/>
              <a:t>31.10.2025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FDB66-227A-A7CE-2243-DAFA7BA5D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2427F-7A61-EA2D-F504-E75FCBA37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9BF2A-5E64-9D40-A249-C10674A0374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541442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D148D-117C-F1C6-C73C-339ACFBFC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EB1A1-85D2-BD9E-9A90-DDFF19AA3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783A2-30CA-CDA3-2A97-4128F6424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F66C9-8B46-0F42-B020-7555B3107166}" type="datetimeFigureOut">
              <a:rPr lang="en-CH" smtClean="0"/>
              <a:t>31.10.2025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D037A-B3E1-B55E-BC99-ACF0DFEF1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984CCE-8077-0DBA-6E7D-94F0E8BD2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9BF2A-5E64-9D40-A249-C10674A0374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106619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8921C-9520-19C0-A01B-450ADBD62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B865D6-EFDA-2B7D-033B-7B267939AA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4E9FA4-F9DF-FBFA-D342-52D5151A2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F66C9-8B46-0F42-B020-7555B3107166}" type="datetimeFigureOut">
              <a:rPr lang="en-CH" smtClean="0"/>
              <a:t>31.10.2025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FEA9C-6C23-50B4-CBF8-1A41BE97F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13B4B-7E83-B6D7-C205-B1A73E88B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9BF2A-5E64-9D40-A249-C10674A0374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854821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79DC4-0045-0838-2282-6F02DC0BA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9349D-D3AE-A7B3-6573-0A08A595B5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5BECDB-1B62-A059-9E29-39D5C0788C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EF1589-4B87-860B-91C5-4408442D6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F66C9-8B46-0F42-B020-7555B3107166}" type="datetimeFigureOut">
              <a:rPr lang="en-CH" smtClean="0"/>
              <a:t>31.10.2025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08423D-2D9C-EBD1-9489-C66D04B4D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82664F-B1F7-D412-9792-FEE356A5E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9BF2A-5E64-9D40-A249-C10674A0374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531485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FC8AE-88EF-A783-D5F8-64F5C69D8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A02C3-8652-FC3E-C033-3F6EF9FA1E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A2D31D-7376-5B1C-7414-1357C7CCEE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3785D4-0EA3-4D40-C59C-230B257BE2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F1AAF7-0909-BDD7-7FC9-970191CE98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9032E9-0367-2529-F81F-AB1E3BEF3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F66C9-8B46-0F42-B020-7555B3107166}" type="datetimeFigureOut">
              <a:rPr lang="en-CH" smtClean="0"/>
              <a:t>31.10.2025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E9A431-C446-719C-0D5C-2C7ECF514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C647B3-5628-0276-5738-EABEDC2FC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9BF2A-5E64-9D40-A249-C10674A0374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288857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BFDA7-8EB3-B583-B48F-B6ABBF5A1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4BF20C-B155-8AED-E9D1-94D17C869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F66C9-8B46-0F42-B020-7555B3107166}" type="datetimeFigureOut">
              <a:rPr lang="en-CH" smtClean="0"/>
              <a:t>31.10.2025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126422-985D-7CAE-4424-50ED511EB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51BC6-F52B-5F7C-A77E-1A5C32FB7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9BF2A-5E64-9D40-A249-C10674A0374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850180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C59B4D-54C8-42CF-62CA-3E0B2BAF4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F66C9-8B46-0F42-B020-7555B3107166}" type="datetimeFigureOut">
              <a:rPr lang="en-CH" smtClean="0"/>
              <a:t>31.10.2025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D3B530-1D10-457E-AFA7-BE0C80003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0CD9F-0B67-9C80-AAC3-F70EFF774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9BF2A-5E64-9D40-A249-C10674A0374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066102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87020-B24B-44BB-8414-49AD54641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59D1E-90A4-3413-4512-33D662178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5FA5A8-D81E-180F-BCAD-F02268D15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D086CF-A9D2-14F7-CA3A-181BB866D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F66C9-8B46-0F42-B020-7555B3107166}" type="datetimeFigureOut">
              <a:rPr lang="en-CH" smtClean="0"/>
              <a:t>31.10.2025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ED0F78-342E-80B3-C3F4-82EB2FBDA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BE7A87-8931-A409-B8CB-AF6C2B74F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9BF2A-5E64-9D40-A249-C10674A0374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011780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B0998-42D1-9636-B7B0-94DCED5E2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7D2E55-445D-5B90-ED67-D125818D4F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2EA438-3B3E-8809-F7A7-37C2392DC5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FBFB7F-F7FB-3FBD-FCB6-67DE9278D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F66C9-8B46-0F42-B020-7555B3107166}" type="datetimeFigureOut">
              <a:rPr lang="en-CH" smtClean="0"/>
              <a:t>31.10.2025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7463AC-96BA-9EF6-B802-2FA09E31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AD7841-414E-D76A-45A9-8BEED55D0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9BF2A-5E64-9D40-A249-C10674A0374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488914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58A9E-6256-DD10-38BD-F438F643F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3AB0D9-8CBF-13BE-A6EF-1CF76622EA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237F7-5317-D9E7-3D13-A07724D26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F66C9-8B46-0F42-B020-7555B3107166}" type="datetimeFigureOut">
              <a:rPr lang="en-CH" smtClean="0"/>
              <a:t>31.10.2025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802BF-979B-EFAF-77C6-DFDE3A5D9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C8571-8C0F-C419-F677-F8FC7D7B0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9BF2A-5E64-9D40-A249-C10674A0374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883010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CD02DA-A2A7-463F-8D2C-EA28374245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2E0D92-A45E-F303-14A0-2B111C70B9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C4DF1-ED82-A3F6-3F16-50C962CD5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F66C9-8B46-0F42-B020-7555B3107166}" type="datetimeFigureOut">
              <a:rPr lang="en-CH" smtClean="0"/>
              <a:t>31.10.2025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A239F-4835-66C6-39E7-C9EEDFE58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DE969-68BB-C31A-809F-B50FD77EE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9BF2A-5E64-9D40-A249-C10674A0374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36445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1A7A16-6533-FE90-0117-4BEE6920D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51BE97-DF49-9E48-139B-57E204C0B0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14CA9A-511D-CA06-FF11-FA49D52CBF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4F66C9-8B46-0F42-B020-7555B3107166}" type="datetimeFigureOut">
              <a:rPr lang="en-CH" smtClean="0"/>
              <a:t>31.10.2025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7E4A7-FDD6-1BEB-48B0-688085FA94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7574C-0BA0-AD2F-3627-018E996AA7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A9BF2A-5E64-9D40-A249-C10674A03749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242783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graphs showing different colors&#10;&#10;Description automatically generated with medium confidence">
            <a:extLst>
              <a:ext uri="{FF2B5EF4-FFF2-40B4-BE49-F238E27FC236}">
                <a16:creationId xmlns:a16="http://schemas.microsoft.com/office/drawing/2014/main" id="{E485F0DA-FB7A-2203-D3C9-8C4917A02B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93" t="47643" r="1518" b="34483"/>
          <a:stretch/>
        </p:blipFill>
        <p:spPr>
          <a:xfrm>
            <a:off x="99179" y="4184126"/>
            <a:ext cx="12018602" cy="1839228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C25856B4-65DE-B48B-6AF1-43DB2EB241EC}"/>
              </a:ext>
            </a:extLst>
          </p:cNvPr>
          <p:cNvGrpSpPr/>
          <p:nvPr/>
        </p:nvGrpSpPr>
        <p:grpSpPr>
          <a:xfrm>
            <a:off x="857795" y="4557489"/>
            <a:ext cx="4976077" cy="1218634"/>
            <a:chOff x="784643" y="5621088"/>
            <a:chExt cx="4976077" cy="121863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D9DC446-7165-2BA9-6493-BCE28469D628}"/>
                </a:ext>
              </a:extLst>
            </p:cNvPr>
            <p:cNvSpPr/>
            <p:nvPr/>
          </p:nvSpPr>
          <p:spPr>
            <a:xfrm>
              <a:off x="790448" y="5621088"/>
              <a:ext cx="4970272" cy="1218634"/>
            </a:xfrm>
            <a:prstGeom prst="rect">
              <a:avLst/>
            </a:prstGeom>
            <a:solidFill>
              <a:srgbClr val="FFFFFF">
                <a:alpha val="52157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B0A0EEE-DA3E-9008-A7E9-2607588EF404}"/>
                </a:ext>
              </a:extLst>
            </p:cNvPr>
            <p:cNvGrpSpPr/>
            <p:nvPr/>
          </p:nvGrpSpPr>
          <p:grpSpPr>
            <a:xfrm>
              <a:off x="784643" y="5673975"/>
              <a:ext cx="4940011" cy="1084003"/>
              <a:chOff x="2074277" y="5582546"/>
              <a:chExt cx="4116633" cy="873486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D9E75450-2131-71A4-687A-0D0AD79BD9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74277" y="6456032"/>
                <a:ext cx="994179" cy="0"/>
              </a:xfrm>
              <a:prstGeom prst="line">
                <a:avLst/>
              </a:prstGeom>
              <a:ln w="38100">
                <a:solidFill>
                  <a:srgbClr val="FF0000">
                    <a:alpha val="8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7D7E59E3-3D82-2CE7-9D25-3AE1FC00A72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68456" y="5793246"/>
                <a:ext cx="0" cy="662786"/>
              </a:xfrm>
              <a:prstGeom prst="line">
                <a:avLst/>
              </a:prstGeom>
              <a:ln w="38100">
                <a:solidFill>
                  <a:srgbClr val="FF0000">
                    <a:alpha val="8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7A264869-F4BD-E57C-C79D-186C215A53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68456" y="5787417"/>
                <a:ext cx="1571050" cy="0"/>
              </a:xfrm>
              <a:prstGeom prst="line">
                <a:avLst/>
              </a:prstGeom>
              <a:ln w="38100">
                <a:solidFill>
                  <a:srgbClr val="FF0000">
                    <a:alpha val="8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3A34CC80-621A-FF8F-53F5-FA0C706F85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39506" y="5793246"/>
                <a:ext cx="0" cy="145512"/>
              </a:xfrm>
              <a:prstGeom prst="line">
                <a:avLst/>
              </a:prstGeom>
              <a:ln w="38100">
                <a:solidFill>
                  <a:srgbClr val="FF0000">
                    <a:alpha val="8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81697104-E30D-34EB-0E2D-DA510292C0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39506" y="5938757"/>
                <a:ext cx="333243" cy="0"/>
              </a:xfrm>
              <a:prstGeom prst="line">
                <a:avLst/>
              </a:prstGeom>
              <a:ln w="38100">
                <a:solidFill>
                  <a:srgbClr val="FF0000">
                    <a:alpha val="8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45651A24-6DC4-28EA-03AC-A2129A99FF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72749" y="5798360"/>
                <a:ext cx="709820" cy="0"/>
              </a:xfrm>
              <a:prstGeom prst="line">
                <a:avLst/>
              </a:prstGeom>
              <a:ln w="38100">
                <a:solidFill>
                  <a:srgbClr val="FF0000">
                    <a:alpha val="8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4CA301E5-6B29-E7DF-27FE-C26F04DD1C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82569" y="5582546"/>
                <a:ext cx="508341" cy="0"/>
              </a:xfrm>
              <a:prstGeom prst="line">
                <a:avLst/>
              </a:prstGeom>
              <a:ln w="38100">
                <a:solidFill>
                  <a:srgbClr val="FF0000">
                    <a:alpha val="8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9DFD3A5A-9281-193D-0BBE-F600EAB88E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77863" y="5793246"/>
                <a:ext cx="0" cy="145512"/>
              </a:xfrm>
              <a:prstGeom prst="line">
                <a:avLst/>
              </a:prstGeom>
              <a:ln w="38100">
                <a:solidFill>
                  <a:srgbClr val="FF0000">
                    <a:alpha val="8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201F00B5-F8D7-96E9-7CFE-F7166FD7BD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82569" y="5582546"/>
                <a:ext cx="0" cy="210700"/>
              </a:xfrm>
              <a:prstGeom prst="line">
                <a:avLst/>
              </a:prstGeom>
              <a:ln w="38100">
                <a:solidFill>
                  <a:srgbClr val="FF0000">
                    <a:alpha val="8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A693760-FC1A-5708-E985-E24894897A90}"/>
              </a:ext>
            </a:extLst>
          </p:cNvPr>
          <p:cNvCxnSpPr>
            <a:cxnSpLocks/>
          </p:cNvCxnSpPr>
          <p:nvPr/>
        </p:nvCxnSpPr>
        <p:spPr>
          <a:xfrm>
            <a:off x="6618732" y="4610377"/>
            <a:ext cx="4758636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84AE1BC-9BBE-C61D-5548-366177BBF76E}"/>
              </a:ext>
            </a:extLst>
          </p:cNvPr>
          <p:cNvSpPr txBox="1"/>
          <p:nvPr/>
        </p:nvSpPr>
        <p:spPr>
          <a:xfrm>
            <a:off x="2356779" y="6211029"/>
            <a:ext cx="75034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sz="2000" dirty="0"/>
              <a:t>Non-stepwise degeneration based on Fst (from population data)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658BB7-4D57-9EC5-06A8-7BB4018ECFC4}"/>
              </a:ext>
            </a:extLst>
          </p:cNvPr>
          <p:cNvSpPr txBox="1"/>
          <p:nvPr/>
        </p:nvSpPr>
        <p:spPr>
          <a:xfrm>
            <a:off x="1736203" y="2129742"/>
            <a:ext cx="828034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3200" dirty="0">
                <a:solidFill>
                  <a:srgbClr val="FF0000"/>
                </a:solidFill>
              </a:rPr>
              <a:t>CALCULATE THE MEANS WITHIN THE STRATA,</a:t>
            </a:r>
          </a:p>
          <a:p>
            <a:r>
              <a:rPr lang="en-CH" sz="3200" dirty="0">
                <a:solidFill>
                  <a:srgbClr val="FF0000"/>
                </a:solidFill>
              </a:rPr>
              <a:t>USE THOSE AS THE RED LINES HERE!</a:t>
            </a:r>
          </a:p>
        </p:txBody>
      </p:sp>
    </p:spTree>
    <p:extLst>
      <p:ext uri="{BB962C8B-B14F-4D97-AF65-F5344CB8AC3E}">
        <p14:creationId xmlns:p14="http://schemas.microsoft.com/office/powerpoint/2010/main" val="692077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F19BC-A959-8D1E-96A7-6AD0C49A4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graphs showing different colors&#10;&#10;Description automatically generated with medium confidence">
            <a:extLst>
              <a:ext uri="{FF2B5EF4-FFF2-40B4-BE49-F238E27FC236}">
                <a16:creationId xmlns:a16="http://schemas.microsoft.com/office/drawing/2014/main" id="{287B342E-22EA-9A44-747D-C7A5A3B767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93" t="47643" r="1518" b="34483"/>
          <a:stretch/>
        </p:blipFill>
        <p:spPr>
          <a:xfrm>
            <a:off x="99179" y="3767270"/>
            <a:ext cx="12018602" cy="183922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E17CE89-F6CB-8E71-3CB4-94317D2D5055}"/>
              </a:ext>
            </a:extLst>
          </p:cNvPr>
          <p:cNvSpPr/>
          <p:nvPr/>
        </p:nvSpPr>
        <p:spPr>
          <a:xfrm>
            <a:off x="863600" y="4100292"/>
            <a:ext cx="4970272" cy="1218634"/>
          </a:xfrm>
          <a:prstGeom prst="rect">
            <a:avLst/>
          </a:prstGeom>
          <a:solidFill>
            <a:srgbClr val="FFFFFF">
              <a:alpha val="5215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26874E-3C1C-E025-5AC4-1ED6E699D87A}"/>
              </a:ext>
            </a:extLst>
          </p:cNvPr>
          <p:cNvSpPr/>
          <p:nvPr/>
        </p:nvSpPr>
        <p:spPr>
          <a:xfrm>
            <a:off x="853944" y="3922644"/>
            <a:ext cx="4990265" cy="1378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D748A8B-4D21-21C7-B77A-2950676D5CB5}"/>
              </a:ext>
            </a:extLst>
          </p:cNvPr>
          <p:cNvCxnSpPr>
            <a:cxnSpLocks/>
          </p:cNvCxnSpPr>
          <p:nvPr/>
        </p:nvCxnSpPr>
        <p:spPr>
          <a:xfrm>
            <a:off x="870424" y="5290216"/>
            <a:ext cx="1193027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6A176B2-3534-77D9-231F-5A52AE3303D3}"/>
              </a:ext>
            </a:extLst>
          </p:cNvPr>
          <p:cNvCxnSpPr>
            <a:cxnSpLocks/>
          </p:cNvCxnSpPr>
          <p:nvPr/>
        </p:nvCxnSpPr>
        <p:spPr>
          <a:xfrm>
            <a:off x="3948731" y="5290216"/>
            <a:ext cx="399896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A0F4164-6A7B-673D-2C8F-C7CF3FCEEBC7}"/>
              </a:ext>
            </a:extLst>
          </p:cNvPr>
          <p:cNvCxnSpPr>
            <a:cxnSpLocks/>
          </p:cNvCxnSpPr>
          <p:nvPr/>
        </p:nvCxnSpPr>
        <p:spPr>
          <a:xfrm>
            <a:off x="4348627" y="5290216"/>
            <a:ext cx="851793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90DF3FC-F647-2A01-5325-90367B108C1F}"/>
              </a:ext>
            </a:extLst>
          </p:cNvPr>
          <p:cNvCxnSpPr>
            <a:cxnSpLocks/>
          </p:cNvCxnSpPr>
          <p:nvPr/>
        </p:nvCxnSpPr>
        <p:spPr>
          <a:xfrm>
            <a:off x="5200419" y="5290216"/>
            <a:ext cx="610016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B0D79F1-5EE9-8C8C-1B60-92884DD36FDE}"/>
              </a:ext>
            </a:extLst>
          </p:cNvPr>
          <p:cNvCxnSpPr>
            <a:cxnSpLocks/>
          </p:cNvCxnSpPr>
          <p:nvPr/>
        </p:nvCxnSpPr>
        <p:spPr>
          <a:xfrm>
            <a:off x="3185532" y="5290216"/>
            <a:ext cx="763199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BB5C97D-8CC3-DC13-73E7-97DA99676165}"/>
              </a:ext>
            </a:extLst>
          </p:cNvPr>
          <p:cNvCxnSpPr>
            <a:cxnSpLocks/>
          </p:cNvCxnSpPr>
          <p:nvPr/>
        </p:nvCxnSpPr>
        <p:spPr>
          <a:xfrm>
            <a:off x="2063451" y="5290216"/>
            <a:ext cx="1122081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Picture 56" descr="A diagram of a diagram&#10;&#10;AI-generated content may be incorrect.">
            <a:extLst>
              <a:ext uri="{FF2B5EF4-FFF2-40B4-BE49-F238E27FC236}">
                <a16:creationId xmlns:a16="http://schemas.microsoft.com/office/drawing/2014/main" id="{0055297D-CE1B-D464-9195-B9BA09F01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124" y="491684"/>
            <a:ext cx="11784713" cy="3184277"/>
          </a:xfrm>
          <a:prstGeom prst="rect">
            <a:avLst/>
          </a:prstGeom>
        </p:spPr>
      </p:pic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9726E54-38AF-85A9-0CE1-59175E6CF553}"/>
              </a:ext>
            </a:extLst>
          </p:cNvPr>
          <p:cNvCxnSpPr>
            <a:cxnSpLocks/>
          </p:cNvCxnSpPr>
          <p:nvPr/>
        </p:nvCxnSpPr>
        <p:spPr>
          <a:xfrm flipH="1">
            <a:off x="99179" y="3334265"/>
            <a:ext cx="1201860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4D0E20A4-C821-581B-6CF3-75E5E4655DEA}"/>
              </a:ext>
            </a:extLst>
          </p:cNvPr>
          <p:cNvCxnSpPr>
            <a:cxnSpLocks/>
          </p:cNvCxnSpPr>
          <p:nvPr/>
        </p:nvCxnSpPr>
        <p:spPr>
          <a:xfrm flipV="1">
            <a:off x="851243" y="75890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CFB0AFC0-534B-6246-A45A-E231078A8C28}"/>
              </a:ext>
            </a:extLst>
          </p:cNvPr>
          <p:cNvCxnSpPr>
            <a:cxnSpLocks/>
          </p:cNvCxnSpPr>
          <p:nvPr/>
        </p:nvCxnSpPr>
        <p:spPr>
          <a:xfrm flipV="1">
            <a:off x="2042731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A4F128A9-B5DF-1FD9-F0BF-588BB638F5A4}"/>
              </a:ext>
            </a:extLst>
          </p:cNvPr>
          <p:cNvCxnSpPr>
            <a:cxnSpLocks/>
          </p:cNvCxnSpPr>
          <p:nvPr/>
        </p:nvCxnSpPr>
        <p:spPr>
          <a:xfrm flipV="1">
            <a:off x="5833872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111DFD81-0F0B-5712-2806-5EB37B01DEA9}"/>
              </a:ext>
            </a:extLst>
          </p:cNvPr>
          <p:cNvCxnSpPr>
            <a:cxnSpLocks/>
          </p:cNvCxnSpPr>
          <p:nvPr/>
        </p:nvCxnSpPr>
        <p:spPr>
          <a:xfrm flipV="1">
            <a:off x="6370735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457C9F4C-320A-CA45-141C-DEB969A993A3}"/>
              </a:ext>
            </a:extLst>
          </p:cNvPr>
          <p:cNvCxnSpPr>
            <a:cxnSpLocks/>
          </p:cNvCxnSpPr>
          <p:nvPr/>
        </p:nvCxnSpPr>
        <p:spPr>
          <a:xfrm flipV="1">
            <a:off x="6627044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AB37FEA-085B-2E4F-BEA4-D3C068AD7B62}"/>
              </a:ext>
            </a:extLst>
          </p:cNvPr>
          <p:cNvCxnSpPr>
            <a:cxnSpLocks/>
          </p:cNvCxnSpPr>
          <p:nvPr/>
        </p:nvCxnSpPr>
        <p:spPr>
          <a:xfrm flipV="1">
            <a:off x="11448426" y="0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8D2223AB-9BCC-6262-E0B1-5E0859C55C7F}"/>
              </a:ext>
            </a:extLst>
          </p:cNvPr>
          <p:cNvSpPr/>
          <p:nvPr/>
        </p:nvSpPr>
        <p:spPr>
          <a:xfrm>
            <a:off x="6478154" y="494273"/>
            <a:ext cx="1668544" cy="36398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2983787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1EE60-671B-6C68-F7D9-4278FDBEB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 descr="A diagram of a diagram&#10;&#10;AI-generated content may be incorrect.">
            <a:extLst>
              <a:ext uri="{FF2B5EF4-FFF2-40B4-BE49-F238E27FC236}">
                <a16:creationId xmlns:a16="http://schemas.microsoft.com/office/drawing/2014/main" id="{55086DD7-065D-9835-98D6-5A2CA2FAB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893" y="540061"/>
            <a:ext cx="11891103" cy="3025298"/>
          </a:xfrm>
          <a:prstGeom prst="rect">
            <a:avLst/>
          </a:prstGeom>
        </p:spPr>
      </p:pic>
      <p:pic>
        <p:nvPicPr>
          <p:cNvPr id="4" name="Picture 3" descr="A group of graphs showing different colors&#10;&#10;Description automatically generated with medium confidence">
            <a:extLst>
              <a:ext uri="{FF2B5EF4-FFF2-40B4-BE49-F238E27FC236}">
                <a16:creationId xmlns:a16="http://schemas.microsoft.com/office/drawing/2014/main" id="{B7B3320E-5513-79D9-56BE-4D53AAA98B6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93" t="47643" r="1518" b="34483"/>
          <a:stretch/>
        </p:blipFill>
        <p:spPr>
          <a:xfrm>
            <a:off x="99179" y="3767270"/>
            <a:ext cx="12018602" cy="183922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132F2B9-9944-0E55-6533-51489B09D7A0}"/>
              </a:ext>
            </a:extLst>
          </p:cNvPr>
          <p:cNvSpPr/>
          <p:nvPr/>
        </p:nvSpPr>
        <p:spPr>
          <a:xfrm>
            <a:off x="863600" y="4100292"/>
            <a:ext cx="4970272" cy="1218634"/>
          </a:xfrm>
          <a:prstGeom prst="rect">
            <a:avLst/>
          </a:prstGeom>
          <a:solidFill>
            <a:srgbClr val="FFFFFF">
              <a:alpha val="5215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09B1A2-C4B2-EC31-8643-5ED21884794C}"/>
              </a:ext>
            </a:extLst>
          </p:cNvPr>
          <p:cNvSpPr/>
          <p:nvPr/>
        </p:nvSpPr>
        <p:spPr>
          <a:xfrm>
            <a:off x="853944" y="3922644"/>
            <a:ext cx="4990265" cy="1378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9990413-B6AA-6C31-4FE5-5F1176EC870E}"/>
              </a:ext>
            </a:extLst>
          </p:cNvPr>
          <p:cNvCxnSpPr>
            <a:cxnSpLocks/>
          </p:cNvCxnSpPr>
          <p:nvPr/>
        </p:nvCxnSpPr>
        <p:spPr>
          <a:xfrm>
            <a:off x="870424" y="5290216"/>
            <a:ext cx="1193027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4E4F809-5717-4EE7-5079-2FAD341D09E1}"/>
              </a:ext>
            </a:extLst>
          </p:cNvPr>
          <p:cNvCxnSpPr>
            <a:cxnSpLocks/>
          </p:cNvCxnSpPr>
          <p:nvPr/>
        </p:nvCxnSpPr>
        <p:spPr>
          <a:xfrm>
            <a:off x="3948731" y="5290216"/>
            <a:ext cx="399896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5D048F6-191A-BC9D-997B-9D90B6D122A2}"/>
              </a:ext>
            </a:extLst>
          </p:cNvPr>
          <p:cNvCxnSpPr>
            <a:cxnSpLocks/>
          </p:cNvCxnSpPr>
          <p:nvPr/>
        </p:nvCxnSpPr>
        <p:spPr>
          <a:xfrm>
            <a:off x="4348627" y="5290216"/>
            <a:ext cx="851793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57F4DD2-11C1-4E28-5999-69FD3557EE38}"/>
              </a:ext>
            </a:extLst>
          </p:cNvPr>
          <p:cNvCxnSpPr>
            <a:cxnSpLocks/>
          </p:cNvCxnSpPr>
          <p:nvPr/>
        </p:nvCxnSpPr>
        <p:spPr>
          <a:xfrm>
            <a:off x="5200419" y="5290216"/>
            <a:ext cx="610016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CC23471-1F88-2E5E-F772-71C3A7A3F146}"/>
              </a:ext>
            </a:extLst>
          </p:cNvPr>
          <p:cNvCxnSpPr>
            <a:cxnSpLocks/>
          </p:cNvCxnSpPr>
          <p:nvPr/>
        </p:nvCxnSpPr>
        <p:spPr>
          <a:xfrm>
            <a:off x="3185532" y="5290216"/>
            <a:ext cx="763199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B1BAF46-F07B-D0F5-B209-91F54C416FD2}"/>
              </a:ext>
            </a:extLst>
          </p:cNvPr>
          <p:cNvCxnSpPr>
            <a:cxnSpLocks/>
          </p:cNvCxnSpPr>
          <p:nvPr/>
        </p:nvCxnSpPr>
        <p:spPr>
          <a:xfrm>
            <a:off x="2063451" y="5290216"/>
            <a:ext cx="1122081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532A28D-451A-8997-CE35-640FED5A8E21}"/>
              </a:ext>
            </a:extLst>
          </p:cNvPr>
          <p:cNvCxnSpPr/>
          <p:nvPr/>
        </p:nvCxnSpPr>
        <p:spPr>
          <a:xfrm flipV="1">
            <a:off x="11445103" y="3085719"/>
            <a:ext cx="0" cy="25207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2C605A7-D29C-9D0C-1AD6-FBF880DFFDB8}"/>
              </a:ext>
            </a:extLst>
          </p:cNvPr>
          <p:cNvCxnSpPr>
            <a:cxnSpLocks/>
          </p:cNvCxnSpPr>
          <p:nvPr/>
        </p:nvCxnSpPr>
        <p:spPr>
          <a:xfrm flipH="1">
            <a:off x="99179" y="3334265"/>
            <a:ext cx="1201860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87EA4B8-1064-8604-AE2E-A664D91A1223}"/>
              </a:ext>
            </a:extLst>
          </p:cNvPr>
          <p:cNvCxnSpPr>
            <a:cxnSpLocks/>
          </p:cNvCxnSpPr>
          <p:nvPr/>
        </p:nvCxnSpPr>
        <p:spPr>
          <a:xfrm flipV="1">
            <a:off x="851243" y="75890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6CA517E-4573-C865-7648-7E05CAFBF46A}"/>
              </a:ext>
            </a:extLst>
          </p:cNvPr>
          <p:cNvCxnSpPr>
            <a:cxnSpLocks/>
          </p:cNvCxnSpPr>
          <p:nvPr/>
        </p:nvCxnSpPr>
        <p:spPr>
          <a:xfrm flipV="1">
            <a:off x="2042731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2AAD30F-E332-6EF7-A997-19F512C74CFD}"/>
              </a:ext>
            </a:extLst>
          </p:cNvPr>
          <p:cNvCxnSpPr>
            <a:cxnSpLocks/>
          </p:cNvCxnSpPr>
          <p:nvPr/>
        </p:nvCxnSpPr>
        <p:spPr>
          <a:xfrm flipV="1">
            <a:off x="5833872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0F12A17-3058-DCBF-645B-742484C92A03}"/>
              </a:ext>
            </a:extLst>
          </p:cNvPr>
          <p:cNvCxnSpPr>
            <a:cxnSpLocks/>
          </p:cNvCxnSpPr>
          <p:nvPr/>
        </p:nvCxnSpPr>
        <p:spPr>
          <a:xfrm flipV="1">
            <a:off x="6370735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5C920EE-C8D3-B70B-EC0F-13EA713F4DDE}"/>
              </a:ext>
            </a:extLst>
          </p:cNvPr>
          <p:cNvCxnSpPr>
            <a:cxnSpLocks/>
          </p:cNvCxnSpPr>
          <p:nvPr/>
        </p:nvCxnSpPr>
        <p:spPr>
          <a:xfrm flipV="1">
            <a:off x="6627044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0ECE453-C09E-FBFE-ACF2-B93D254289DE}"/>
              </a:ext>
            </a:extLst>
          </p:cNvPr>
          <p:cNvCxnSpPr>
            <a:cxnSpLocks/>
          </p:cNvCxnSpPr>
          <p:nvPr/>
        </p:nvCxnSpPr>
        <p:spPr>
          <a:xfrm flipV="1">
            <a:off x="11448426" y="0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43632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6C58D-EE3A-81DF-6D2D-6CFA37561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 descr="A diagram of a diagram&#10;&#10;AI-generated content may be incorrect.">
            <a:extLst>
              <a:ext uri="{FF2B5EF4-FFF2-40B4-BE49-F238E27FC236}">
                <a16:creationId xmlns:a16="http://schemas.microsoft.com/office/drawing/2014/main" id="{1B5F7656-2C5A-B65D-C598-AB572C629D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010" y="510353"/>
            <a:ext cx="11810204" cy="2986249"/>
          </a:xfrm>
          <a:prstGeom prst="rect">
            <a:avLst/>
          </a:prstGeom>
        </p:spPr>
      </p:pic>
      <p:pic>
        <p:nvPicPr>
          <p:cNvPr id="4" name="Picture 3" descr="A group of graphs showing different colors&#10;&#10;Description automatically generated with medium confidence">
            <a:extLst>
              <a:ext uri="{FF2B5EF4-FFF2-40B4-BE49-F238E27FC236}">
                <a16:creationId xmlns:a16="http://schemas.microsoft.com/office/drawing/2014/main" id="{5F3885DF-FB91-9B18-CD86-4D5C14B31CE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93" t="47643" r="1518" b="34483"/>
          <a:stretch/>
        </p:blipFill>
        <p:spPr>
          <a:xfrm>
            <a:off x="99179" y="3767270"/>
            <a:ext cx="12018602" cy="183922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46D3118-E921-6339-D5CA-92CEA9774F70}"/>
              </a:ext>
            </a:extLst>
          </p:cNvPr>
          <p:cNvSpPr/>
          <p:nvPr/>
        </p:nvSpPr>
        <p:spPr>
          <a:xfrm>
            <a:off x="863600" y="4100292"/>
            <a:ext cx="4970272" cy="1218634"/>
          </a:xfrm>
          <a:prstGeom prst="rect">
            <a:avLst/>
          </a:prstGeom>
          <a:solidFill>
            <a:srgbClr val="FFFFFF">
              <a:alpha val="5215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3B4BC5-5CBB-6856-6E70-DE2C2BB352EA}"/>
              </a:ext>
            </a:extLst>
          </p:cNvPr>
          <p:cNvSpPr/>
          <p:nvPr/>
        </p:nvSpPr>
        <p:spPr>
          <a:xfrm>
            <a:off x="853944" y="3922644"/>
            <a:ext cx="4990265" cy="1378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7FE93DA-4AB4-F15B-C0A1-3864F502CCEA}"/>
              </a:ext>
            </a:extLst>
          </p:cNvPr>
          <p:cNvCxnSpPr>
            <a:cxnSpLocks/>
          </p:cNvCxnSpPr>
          <p:nvPr/>
        </p:nvCxnSpPr>
        <p:spPr>
          <a:xfrm>
            <a:off x="870424" y="5290216"/>
            <a:ext cx="1193027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0E159F6-C988-4EE7-635C-9149C82FB8E4}"/>
              </a:ext>
            </a:extLst>
          </p:cNvPr>
          <p:cNvCxnSpPr>
            <a:cxnSpLocks/>
          </p:cNvCxnSpPr>
          <p:nvPr/>
        </p:nvCxnSpPr>
        <p:spPr>
          <a:xfrm>
            <a:off x="3948731" y="5290216"/>
            <a:ext cx="399896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9347B53-9566-5100-4C54-9AC7B162802F}"/>
              </a:ext>
            </a:extLst>
          </p:cNvPr>
          <p:cNvCxnSpPr>
            <a:cxnSpLocks/>
          </p:cNvCxnSpPr>
          <p:nvPr/>
        </p:nvCxnSpPr>
        <p:spPr>
          <a:xfrm>
            <a:off x="4348627" y="5290216"/>
            <a:ext cx="851793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01AA3AC-431E-BD0A-F93C-2D489D12286B}"/>
              </a:ext>
            </a:extLst>
          </p:cNvPr>
          <p:cNvCxnSpPr>
            <a:cxnSpLocks/>
          </p:cNvCxnSpPr>
          <p:nvPr/>
        </p:nvCxnSpPr>
        <p:spPr>
          <a:xfrm>
            <a:off x="5200419" y="5290216"/>
            <a:ext cx="610016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0E83942-8B20-90A2-1A08-4F5F5900E999}"/>
              </a:ext>
            </a:extLst>
          </p:cNvPr>
          <p:cNvCxnSpPr>
            <a:cxnSpLocks/>
          </p:cNvCxnSpPr>
          <p:nvPr/>
        </p:nvCxnSpPr>
        <p:spPr>
          <a:xfrm>
            <a:off x="3185532" y="5290216"/>
            <a:ext cx="763199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EC38B47-DAE6-5DF0-6192-348B1FBF5BF3}"/>
              </a:ext>
            </a:extLst>
          </p:cNvPr>
          <p:cNvCxnSpPr>
            <a:cxnSpLocks/>
          </p:cNvCxnSpPr>
          <p:nvPr/>
        </p:nvCxnSpPr>
        <p:spPr>
          <a:xfrm>
            <a:off x="2063451" y="5290216"/>
            <a:ext cx="1122081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ABE295B-9F8C-C0C9-747B-3AF62C8FCB6B}"/>
              </a:ext>
            </a:extLst>
          </p:cNvPr>
          <p:cNvCxnSpPr/>
          <p:nvPr/>
        </p:nvCxnSpPr>
        <p:spPr>
          <a:xfrm flipV="1">
            <a:off x="11445103" y="3085719"/>
            <a:ext cx="0" cy="25207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1B70808-7E96-FB9B-85A6-C77A71944691}"/>
              </a:ext>
            </a:extLst>
          </p:cNvPr>
          <p:cNvCxnSpPr>
            <a:cxnSpLocks/>
          </p:cNvCxnSpPr>
          <p:nvPr/>
        </p:nvCxnSpPr>
        <p:spPr>
          <a:xfrm flipH="1">
            <a:off x="99179" y="3334265"/>
            <a:ext cx="1201860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61F6B32-F302-FD63-AA9C-05FF45FE83EE}"/>
              </a:ext>
            </a:extLst>
          </p:cNvPr>
          <p:cNvCxnSpPr>
            <a:cxnSpLocks/>
          </p:cNvCxnSpPr>
          <p:nvPr/>
        </p:nvCxnSpPr>
        <p:spPr>
          <a:xfrm flipV="1">
            <a:off x="851243" y="75890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2B1E94D-E58D-BD36-CC0B-9501D6E49F10}"/>
              </a:ext>
            </a:extLst>
          </p:cNvPr>
          <p:cNvCxnSpPr>
            <a:cxnSpLocks/>
          </p:cNvCxnSpPr>
          <p:nvPr/>
        </p:nvCxnSpPr>
        <p:spPr>
          <a:xfrm flipV="1">
            <a:off x="2042731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4A00BBB-122C-9594-5FF3-53A00AF4C3BD}"/>
              </a:ext>
            </a:extLst>
          </p:cNvPr>
          <p:cNvCxnSpPr>
            <a:cxnSpLocks/>
          </p:cNvCxnSpPr>
          <p:nvPr/>
        </p:nvCxnSpPr>
        <p:spPr>
          <a:xfrm flipV="1">
            <a:off x="5833872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E003B98-B3EA-A06F-CDAD-5B72630D20CE}"/>
              </a:ext>
            </a:extLst>
          </p:cNvPr>
          <p:cNvCxnSpPr>
            <a:cxnSpLocks/>
          </p:cNvCxnSpPr>
          <p:nvPr/>
        </p:nvCxnSpPr>
        <p:spPr>
          <a:xfrm flipV="1">
            <a:off x="6370735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BA246A8-660C-F73D-B07A-B02C477589B7}"/>
              </a:ext>
            </a:extLst>
          </p:cNvPr>
          <p:cNvCxnSpPr>
            <a:cxnSpLocks/>
          </p:cNvCxnSpPr>
          <p:nvPr/>
        </p:nvCxnSpPr>
        <p:spPr>
          <a:xfrm flipV="1">
            <a:off x="6627044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D845E6B-C0A2-1FCD-CC79-26553CA4584A}"/>
              </a:ext>
            </a:extLst>
          </p:cNvPr>
          <p:cNvCxnSpPr>
            <a:cxnSpLocks/>
          </p:cNvCxnSpPr>
          <p:nvPr/>
        </p:nvCxnSpPr>
        <p:spPr>
          <a:xfrm flipV="1">
            <a:off x="11448426" y="0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2973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3.7037E-6 L 0.00013 -0.037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8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722B0-B980-12A2-C9F8-A643CA0C1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diagram of a graph&#10;&#10;AI-generated content may be incorrect.">
            <a:extLst>
              <a:ext uri="{FF2B5EF4-FFF2-40B4-BE49-F238E27FC236}">
                <a16:creationId xmlns:a16="http://schemas.microsoft.com/office/drawing/2014/main" id="{E3548474-FA4B-B416-B10E-C8B3163B86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604" y="576774"/>
            <a:ext cx="11762747" cy="2916701"/>
          </a:xfrm>
          <a:prstGeom prst="rect">
            <a:avLst/>
          </a:prstGeom>
        </p:spPr>
      </p:pic>
      <p:pic>
        <p:nvPicPr>
          <p:cNvPr id="9" name="Picture 8" descr="A group of graphs showing different colors&#10;&#10;Description automatically generated with medium confidence">
            <a:extLst>
              <a:ext uri="{FF2B5EF4-FFF2-40B4-BE49-F238E27FC236}">
                <a16:creationId xmlns:a16="http://schemas.microsoft.com/office/drawing/2014/main" id="{5679943E-84D7-E540-9BE5-8007982CED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93" t="47643" r="1518" b="34483"/>
          <a:stretch/>
        </p:blipFill>
        <p:spPr>
          <a:xfrm>
            <a:off x="89131" y="3757222"/>
            <a:ext cx="12018602" cy="183922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1B160D2-C69D-32C8-5ECB-4C5D5D4AB4D8}"/>
              </a:ext>
            </a:extLst>
          </p:cNvPr>
          <p:cNvSpPr/>
          <p:nvPr/>
        </p:nvSpPr>
        <p:spPr>
          <a:xfrm>
            <a:off x="853944" y="3922644"/>
            <a:ext cx="4990265" cy="1378610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6A98B12-1BB6-6953-94A7-BAA916836167}"/>
              </a:ext>
            </a:extLst>
          </p:cNvPr>
          <p:cNvCxnSpPr>
            <a:cxnSpLocks/>
          </p:cNvCxnSpPr>
          <p:nvPr/>
        </p:nvCxnSpPr>
        <p:spPr>
          <a:xfrm>
            <a:off x="870424" y="5290216"/>
            <a:ext cx="1193027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A5528CB-ABCD-9585-A722-5C33A5DD67A4}"/>
              </a:ext>
            </a:extLst>
          </p:cNvPr>
          <p:cNvCxnSpPr>
            <a:cxnSpLocks/>
          </p:cNvCxnSpPr>
          <p:nvPr/>
        </p:nvCxnSpPr>
        <p:spPr>
          <a:xfrm>
            <a:off x="3948731" y="5290216"/>
            <a:ext cx="399896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BB8AED3-5E78-4910-3F18-0B9CB6AFC109}"/>
              </a:ext>
            </a:extLst>
          </p:cNvPr>
          <p:cNvCxnSpPr>
            <a:cxnSpLocks/>
          </p:cNvCxnSpPr>
          <p:nvPr/>
        </p:nvCxnSpPr>
        <p:spPr>
          <a:xfrm>
            <a:off x="4348627" y="5290216"/>
            <a:ext cx="851793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488A826-4963-C71D-DAC3-602D8555FC91}"/>
              </a:ext>
            </a:extLst>
          </p:cNvPr>
          <p:cNvCxnSpPr>
            <a:cxnSpLocks/>
          </p:cNvCxnSpPr>
          <p:nvPr/>
        </p:nvCxnSpPr>
        <p:spPr>
          <a:xfrm>
            <a:off x="5200419" y="5031920"/>
            <a:ext cx="610016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236477B-DE4E-EFA4-091D-7864929F3919}"/>
              </a:ext>
            </a:extLst>
          </p:cNvPr>
          <p:cNvCxnSpPr>
            <a:cxnSpLocks/>
          </p:cNvCxnSpPr>
          <p:nvPr/>
        </p:nvCxnSpPr>
        <p:spPr>
          <a:xfrm>
            <a:off x="3185532" y="5290216"/>
            <a:ext cx="763199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14A02B8-C74D-1B0D-600F-A64310D2DB3A}"/>
              </a:ext>
            </a:extLst>
          </p:cNvPr>
          <p:cNvCxnSpPr>
            <a:cxnSpLocks/>
          </p:cNvCxnSpPr>
          <p:nvPr/>
        </p:nvCxnSpPr>
        <p:spPr>
          <a:xfrm>
            <a:off x="2063451" y="5290216"/>
            <a:ext cx="1122081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C0C1F3B-6837-A979-64C8-2454325E6EDF}"/>
              </a:ext>
            </a:extLst>
          </p:cNvPr>
          <p:cNvCxnSpPr>
            <a:cxnSpLocks/>
          </p:cNvCxnSpPr>
          <p:nvPr/>
        </p:nvCxnSpPr>
        <p:spPr>
          <a:xfrm flipH="1">
            <a:off x="99179" y="3334265"/>
            <a:ext cx="1201860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F82FB39-33CB-94EE-1BE7-E0FBB51A2DD8}"/>
              </a:ext>
            </a:extLst>
          </p:cNvPr>
          <p:cNvCxnSpPr>
            <a:cxnSpLocks/>
          </p:cNvCxnSpPr>
          <p:nvPr/>
        </p:nvCxnSpPr>
        <p:spPr>
          <a:xfrm flipV="1">
            <a:off x="851243" y="75890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0E1BC61-9FD6-74E7-6CF3-817563B56FB7}"/>
              </a:ext>
            </a:extLst>
          </p:cNvPr>
          <p:cNvCxnSpPr>
            <a:cxnSpLocks/>
          </p:cNvCxnSpPr>
          <p:nvPr/>
        </p:nvCxnSpPr>
        <p:spPr>
          <a:xfrm flipV="1">
            <a:off x="2042731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6FEC70E-AFD2-5E98-9BD4-4ACD8790275F}"/>
              </a:ext>
            </a:extLst>
          </p:cNvPr>
          <p:cNvCxnSpPr>
            <a:cxnSpLocks/>
          </p:cNvCxnSpPr>
          <p:nvPr/>
        </p:nvCxnSpPr>
        <p:spPr>
          <a:xfrm flipV="1">
            <a:off x="5833872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B16E86B-C1DF-8ED6-48FF-596552270429}"/>
              </a:ext>
            </a:extLst>
          </p:cNvPr>
          <p:cNvCxnSpPr>
            <a:cxnSpLocks/>
          </p:cNvCxnSpPr>
          <p:nvPr/>
        </p:nvCxnSpPr>
        <p:spPr>
          <a:xfrm flipV="1">
            <a:off x="6370735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2568400-009E-E991-47ED-658DD03815A9}"/>
              </a:ext>
            </a:extLst>
          </p:cNvPr>
          <p:cNvCxnSpPr>
            <a:cxnSpLocks/>
          </p:cNvCxnSpPr>
          <p:nvPr/>
        </p:nvCxnSpPr>
        <p:spPr>
          <a:xfrm flipV="1">
            <a:off x="6627044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FF53087-7455-CBA8-B135-E0BECFB722E8}"/>
              </a:ext>
            </a:extLst>
          </p:cNvPr>
          <p:cNvCxnSpPr>
            <a:cxnSpLocks/>
          </p:cNvCxnSpPr>
          <p:nvPr/>
        </p:nvCxnSpPr>
        <p:spPr>
          <a:xfrm flipV="1">
            <a:off x="11448426" y="0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79760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D0803-2B66-0CD6-FB21-B9B812016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different colored lines&#10;&#10;AI-generated content may be incorrect.">
            <a:extLst>
              <a:ext uri="{FF2B5EF4-FFF2-40B4-BE49-F238E27FC236}">
                <a16:creationId xmlns:a16="http://schemas.microsoft.com/office/drawing/2014/main" id="{CB378A2A-DE1E-7071-B488-F55C1D956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442" y="481644"/>
            <a:ext cx="11812703" cy="3016632"/>
          </a:xfrm>
          <a:prstGeom prst="rect">
            <a:avLst/>
          </a:prstGeom>
        </p:spPr>
      </p:pic>
      <p:pic>
        <p:nvPicPr>
          <p:cNvPr id="9" name="Picture 8" descr="A group of graphs showing different colors&#10;&#10;Description automatically generated with medium confidence">
            <a:extLst>
              <a:ext uri="{FF2B5EF4-FFF2-40B4-BE49-F238E27FC236}">
                <a16:creationId xmlns:a16="http://schemas.microsoft.com/office/drawing/2014/main" id="{0EC6BDB3-CA84-D764-A145-6A3A602426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93" t="47643" r="1518" b="34483"/>
          <a:stretch/>
        </p:blipFill>
        <p:spPr>
          <a:xfrm>
            <a:off x="89131" y="3757222"/>
            <a:ext cx="12018602" cy="183922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DA38160-2309-C979-F811-1B1D6077216B}"/>
              </a:ext>
            </a:extLst>
          </p:cNvPr>
          <p:cNvSpPr/>
          <p:nvPr/>
        </p:nvSpPr>
        <p:spPr>
          <a:xfrm>
            <a:off x="853944" y="3922644"/>
            <a:ext cx="4990265" cy="1378610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510F09A-3E8E-F85B-25DE-3D67A9F007B4}"/>
              </a:ext>
            </a:extLst>
          </p:cNvPr>
          <p:cNvCxnSpPr>
            <a:cxnSpLocks/>
          </p:cNvCxnSpPr>
          <p:nvPr/>
        </p:nvCxnSpPr>
        <p:spPr>
          <a:xfrm>
            <a:off x="870424" y="5290216"/>
            <a:ext cx="1193027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3EF15EB-06DE-E070-A42A-23C53DA15150}"/>
              </a:ext>
            </a:extLst>
          </p:cNvPr>
          <p:cNvCxnSpPr>
            <a:cxnSpLocks/>
          </p:cNvCxnSpPr>
          <p:nvPr/>
        </p:nvCxnSpPr>
        <p:spPr>
          <a:xfrm>
            <a:off x="3948731" y="5290216"/>
            <a:ext cx="399896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7A6C1A2-42A9-DD66-EF38-4A460CDFAD22}"/>
              </a:ext>
            </a:extLst>
          </p:cNvPr>
          <p:cNvCxnSpPr>
            <a:cxnSpLocks/>
          </p:cNvCxnSpPr>
          <p:nvPr/>
        </p:nvCxnSpPr>
        <p:spPr>
          <a:xfrm>
            <a:off x="4348627" y="5290216"/>
            <a:ext cx="851793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856A22A-F47D-FD97-7A91-87C59881488E}"/>
              </a:ext>
            </a:extLst>
          </p:cNvPr>
          <p:cNvCxnSpPr>
            <a:cxnSpLocks/>
          </p:cNvCxnSpPr>
          <p:nvPr/>
        </p:nvCxnSpPr>
        <p:spPr>
          <a:xfrm>
            <a:off x="5200419" y="5031920"/>
            <a:ext cx="610016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DB369B7-8375-DB45-1DC7-5AE835DA0022}"/>
              </a:ext>
            </a:extLst>
          </p:cNvPr>
          <p:cNvCxnSpPr>
            <a:cxnSpLocks/>
          </p:cNvCxnSpPr>
          <p:nvPr/>
        </p:nvCxnSpPr>
        <p:spPr>
          <a:xfrm>
            <a:off x="3185532" y="5290216"/>
            <a:ext cx="763199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5BA71D4-8663-CD61-7B3C-66AD31825C12}"/>
              </a:ext>
            </a:extLst>
          </p:cNvPr>
          <p:cNvCxnSpPr>
            <a:cxnSpLocks/>
          </p:cNvCxnSpPr>
          <p:nvPr/>
        </p:nvCxnSpPr>
        <p:spPr>
          <a:xfrm>
            <a:off x="2063451" y="5290216"/>
            <a:ext cx="1122081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16B700A-7351-97A4-BFFA-9273E18515D3}"/>
              </a:ext>
            </a:extLst>
          </p:cNvPr>
          <p:cNvCxnSpPr>
            <a:cxnSpLocks/>
          </p:cNvCxnSpPr>
          <p:nvPr/>
        </p:nvCxnSpPr>
        <p:spPr>
          <a:xfrm flipH="1">
            <a:off x="99179" y="3334265"/>
            <a:ext cx="1201860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DAC7E9D-ED4E-5164-089A-28DE6065A2F2}"/>
              </a:ext>
            </a:extLst>
          </p:cNvPr>
          <p:cNvCxnSpPr>
            <a:cxnSpLocks/>
          </p:cNvCxnSpPr>
          <p:nvPr/>
        </p:nvCxnSpPr>
        <p:spPr>
          <a:xfrm flipV="1">
            <a:off x="851243" y="75890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9DDA5DF-AD7F-1DE8-57C5-4DD38458763A}"/>
              </a:ext>
            </a:extLst>
          </p:cNvPr>
          <p:cNvCxnSpPr>
            <a:cxnSpLocks/>
          </p:cNvCxnSpPr>
          <p:nvPr/>
        </p:nvCxnSpPr>
        <p:spPr>
          <a:xfrm flipV="1">
            <a:off x="2042731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D36F18E-E5F1-B5A3-A729-076DCBF942F9}"/>
              </a:ext>
            </a:extLst>
          </p:cNvPr>
          <p:cNvCxnSpPr>
            <a:cxnSpLocks/>
          </p:cNvCxnSpPr>
          <p:nvPr/>
        </p:nvCxnSpPr>
        <p:spPr>
          <a:xfrm flipV="1">
            <a:off x="5833872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5EFD374-EC00-8AEC-310C-7C001BB57171}"/>
              </a:ext>
            </a:extLst>
          </p:cNvPr>
          <p:cNvCxnSpPr>
            <a:cxnSpLocks/>
          </p:cNvCxnSpPr>
          <p:nvPr/>
        </p:nvCxnSpPr>
        <p:spPr>
          <a:xfrm flipV="1">
            <a:off x="6370735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566C2B7-23A9-3AA2-6635-A36E9ECE3D3A}"/>
              </a:ext>
            </a:extLst>
          </p:cNvPr>
          <p:cNvCxnSpPr>
            <a:cxnSpLocks/>
          </p:cNvCxnSpPr>
          <p:nvPr/>
        </p:nvCxnSpPr>
        <p:spPr>
          <a:xfrm flipV="1">
            <a:off x="6627044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5938D37-85DE-55C2-686A-EC21079C331F}"/>
              </a:ext>
            </a:extLst>
          </p:cNvPr>
          <p:cNvCxnSpPr>
            <a:cxnSpLocks/>
          </p:cNvCxnSpPr>
          <p:nvPr/>
        </p:nvCxnSpPr>
        <p:spPr>
          <a:xfrm flipV="1">
            <a:off x="11448426" y="0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25130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EB23B-2C12-8942-9802-A68D7FB20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 descr="A diagram of different colored lines&#10;&#10;AI-generated content may be incorrect.">
            <a:extLst>
              <a:ext uri="{FF2B5EF4-FFF2-40B4-BE49-F238E27FC236}">
                <a16:creationId xmlns:a16="http://schemas.microsoft.com/office/drawing/2014/main" id="{B33A5EF9-5A9B-8E5D-D662-1457C74F0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934" y="493998"/>
            <a:ext cx="11831776" cy="3004276"/>
          </a:xfrm>
          <a:prstGeom prst="rect">
            <a:avLst/>
          </a:prstGeom>
        </p:spPr>
      </p:pic>
      <p:pic>
        <p:nvPicPr>
          <p:cNvPr id="9" name="Picture 8" descr="A group of graphs showing different colors&#10;&#10;Description automatically generated with medium confidence">
            <a:extLst>
              <a:ext uri="{FF2B5EF4-FFF2-40B4-BE49-F238E27FC236}">
                <a16:creationId xmlns:a16="http://schemas.microsoft.com/office/drawing/2014/main" id="{4C1A5B80-B4B2-E78A-2433-27507989D7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93" t="47643" r="1518" b="34483"/>
          <a:stretch/>
        </p:blipFill>
        <p:spPr>
          <a:xfrm>
            <a:off x="89131" y="3757222"/>
            <a:ext cx="12018602" cy="183922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255F80A-7AFC-FBF5-0B59-AC9656059C13}"/>
              </a:ext>
            </a:extLst>
          </p:cNvPr>
          <p:cNvSpPr/>
          <p:nvPr/>
        </p:nvSpPr>
        <p:spPr>
          <a:xfrm>
            <a:off x="853944" y="3922644"/>
            <a:ext cx="4990265" cy="1378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4CE5988-6C77-7467-6F28-0F82B3FF4ABF}"/>
              </a:ext>
            </a:extLst>
          </p:cNvPr>
          <p:cNvCxnSpPr>
            <a:cxnSpLocks/>
          </p:cNvCxnSpPr>
          <p:nvPr/>
        </p:nvCxnSpPr>
        <p:spPr>
          <a:xfrm>
            <a:off x="870424" y="5290216"/>
            <a:ext cx="1193027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1CD5F55-FEA8-DD04-8A88-C08708E83D2E}"/>
              </a:ext>
            </a:extLst>
          </p:cNvPr>
          <p:cNvCxnSpPr>
            <a:cxnSpLocks/>
          </p:cNvCxnSpPr>
          <p:nvPr/>
        </p:nvCxnSpPr>
        <p:spPr>
          <a:xfrm>
            <a:off x="5200419" y="5031920"/>
            <a:ext cx="610016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220A5FD4-E297-13CD-408F-12CA8A33B5C4}"/>
              </a:ext>
            </a:extLst>
          </p:cNvPr>
          <p:cNvGrpSpPr/>
          <p:nvPr/>
        </p:nvGrpSpPr>
        <p:grpSpPr>
          <a:xfrm>
            <a:off x="3185532" y="5290216"/>
            <a:ext cx="2014888" cy="0"/>
            <a:chOff x="3185532" y="5290216"/>
            <a:chExt cx="2014888" cy="0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9A290D8-1EEF-7156-3890-D9E3762CC74E}"/>
                </a:ext>
              </a:extLst>
            </p:cNvPr>
            <p:cNvCxnSpPr>
              <a:cxnSpLocks/>
            </p:cNvCxnSpPr>
            <p:nvPr/>
          </p:nvCxnSpPr>
          <p:spPr>
            <a:xfrm>
              <a:off x="3948731" y="5290216"/>
              <a:ext cx="399896" cy="0"/>
            </a:xfrm>
            <a:prstGeom prst="line">
              <a:avLst/>
            </a:prstGeom>
            <a:ln w="38100">
              <a:solidFill>
                <a:srgbClr val="FF0000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296C67E-9CFB-9920-DCE2-0D725C1382A6}"/>
                </a:ext>
              </a:extLst>
            </p:cNvPr>
            <p:cNvCxnSpPr>
              <a:cxnSpLocks/>
            </p:cNvCxnSpPr>
            <p:nvPr/>
          </p:nvCxnSpPr>
          <p:spPr>
            <a:xfrm>
              <a:off x="4348627" y="5290216"/>
              <a:ext cx="851793" cy="0"/>
            </a:xfrm>
            <a:prstGeom prst="line">
              <a:avLst/>
            </a:prstGeom>
            <a:ln w="38100">
              <a:solidFill>
                <a:srgbClr val="FF0000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42AADFD-F079-0A09-EB0E-B5784F4F6C9A}"/>
                </a:ext>
              </a:extLst>
            </p:cNvPr>
            <p:cNvCxnSpPr>
              <a:cxnSpLocks/>
            </p:cNvCxnSpPr>
            <p:nvPr/>
          </p:nvCxnSpPr>
          <p:spPr>
            <a:xfrm>
              <a:off x="3185532" y="5290216"/>
              <a:ext cx="763199" cy="0"/>
            </a:xfrm>
            <a:prstGeom prst="line">
              <a:avLst/>
            </a:prstGeom>
            <a:ln w="38100">
              <a:solidFill>
                <a:srgbClr val="FF0000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7493F2D-3D51-0F54-1174-A173273470D7}"/>
              </a:ext>
            </a:extLst>
          </p:cNvPr>
          <p:cNvCxnSpPr>
            <a:cxnSpLocks/>
          </p:cNvCxnSpPr>
          <p:nvPr/>
        </p:nvCxnSpPr>
        <p:spPr>
          <a:xfrm>
            <a:off x="2063451" y="5290216"/>
            <a:ext cx="1122081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166E3C0-0BFA-B638-A083-807A96119F0A}"/>
              </a:ext>
            </a:extLst>
          </p:cNvPr>
          <p:cNvCxnSpPr>
            <a:cxnSpLocks/>
          </p:cNvCxnSpPr>
          <p:nvPr/>
        </p:nvCxnSpPr>
        <p:spPr>
          <a:xfrm flipH="1">
            <a:off x="99179" y="3334265"/>
            <a:ext cx="1201860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103633C-7775-6DEE-B6A0-B30858067E61}"/>
              </a:ext>
            </a:extLst>
          </p:cNvPr>
          <p:cNvCxnSpPr>
            <a:cxnSpLocks/>
          </p:cNvCxnSpPr>
          <p:nvPr/>
        </p:nvCxnSpPr>
        <p:spPr>
          <a:xfrm flipV="1">
            <a:off x="851243" y="75890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472BB3F-98B4-40C6-26B6-BCFF64B6BC54}"/>
              </a:ext>
            </a:extLst>
          </p:cNvPr>
          <p:cNvCxnSpPr>
            <a:cxnSpLocks/>
          </p:cNvCxnSpPr>
          <p:nvPr/>
        </p:nvCxnSpPr>
        <p:spPr>
          <a:xfrm flipV="1">
            <a:off x="2042731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FFA898F-0895-470C-CC04-01ABC7BE0FD6}"/>
              </a:ext>
            </a:extLst>
          </p:cNvPr>
          <p:cNvCxnSpPr>
            <a:cxnSpLocks/>
          </p:cNvCxnSpPr>
          <p:nvPr/>
        </p:nvCxnSpPr>
        <p:spPr>
          <a:xfrm flipV="1">
            <a:off x="5833872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90CD337-2098-4F3B-35B0-7140FDEAA4FE}"/>
              </a:ext>
            </a:extLst>
          </p:cNvPr>
          <p:cNvCxnSpPr>
            <a:cxnSpLocks/>
          </p:cNvCxnSpPr>
          <p:nvPr/>
        </p:nvCxnSpPr>
        <p:spPr>
          <a:xfrm flipV="1">
            <a:off x="6370735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EA0916D-5BF9-A9A7-F271-C4808D78D120}"/>
              </a:ext>
            </a:extLst>
          </p:cNvPr>
          <p:cNvCxnSpPr>
            <a:cxnSpLocks/>
          </p:cNvCxnSpPr>
          <p:nvPr/>
        </p:nvCxnSpPr>
        <p:spPr>
          <a:xfrm flipV="1">
            <a:off x="6627044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78ACFE4-53BD-DF1B-0392-683D563357C3}"/>
              </a:ext>
            </a:extLst>
          </p:cNvPr>
          <p:cNvCxnSpPr>
            <a:cxnSpLocks/>
          </p:cNvCxnSpPr>
          <p:nvPr/>
        </p:nvCxnSpPr>
        <p:spPr>
          <a:xfrm flipV="1">
            <a:off x="11448426" y="0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69379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8FF17-8032-3E9D-4D33-B8FC85F34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diagram&#10;&#10;AI-generated content may be incorrect.">
            <a:extLst>
              <a:ext uri="{FF2B5EF4-FFF2-40B4-BE49-F238E27FC236}">
                <a16:creationId xmlns:a16="http://schemas.microsoft.com/office/drawing/2014/main" id="{991EDCC0-F624-3DF9-07DA-10FCB4767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40" y="554920"/>
            <a:ext cx="11734796" cy="2904459"/>
          </a:xfrm>
          <a:prstGeom prst="rect">
            <a:avLst/>
          </a:prstGeom>
        </p:spPr>
      </p:pic>
      <p:pic>
        <p:nvPicPr>
          <p:cNvPr id="9" name="Picture 8" descr="A group of graphs showing different colors&#10;&#10;Description automatically generated with medium confidence">
            <a:extLst>
              <a:ext uri="{FF2B5EF4-FFF2-40B4-BE49-F238E27FC236}">
                <a16:creationId xmlns:a16="http://schemas.microsoft.com/office/drawing/2014/main" id="{D3D888B6-26D2-6B82-94EE-EC0104AE95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93" t="47643" r="1518" b="34483"/>
          <a:stretch/>
        </p:blipFill>
        <p:spPr>
          <a:xfrm>
            <a:off x="89131" y="3757222"/>
            <a:ext cx="12018602" cy="183922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4D87AF4-5752-E757-6466-16DDC9706780}"/>
              </a:ext>
            </a:extLst>
          </p:cNvPr>
          <p:cNvSpPr/>
          <p:nvPr/>
        </p:nvSpPr>
        <p:spPr>
          <a:xfrm>
            <a:off x="853944" y="3922644"/>
            <a:ext cx="4990265" cy="1378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4DE153C-89EA-9C45-AAAD-8617967E4D24}"/>
              </a:ext>
            </a:extLst>
          </p:cNvPr>
          <p:cNvCxnSpPr>
            <a:cxnSpLocks/>
          </p:cNvCxnSpPr>
          <p:nvPr/>
        </p:nvCxnSpPr>
        <p:spPr>
          <a:xfrm>
            <a:off x="870424" y="5290216"/>
            <a:ext cx="1193027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2BB38FE-3225-B66A-DEF4-A83645B69F4C}"/>
              </a:ext>
            </a:extLst>
          </p:cNvPr>
          <p:cNvCxnSpPr>
            <a:cxnSpLocks/>
          </p:cNvCxnSpPr>
          <p:nvPr/>
        </p:nvCxnSpPr>
        <p:spPr>
          <a:xfrm>
            <a:off x="5200419" y="5031920"/>
            <a:ext cx="610016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7097636D-9ECB-3A15-8065-6CBED337524B}"/>
              </a:ext>
            </a:extLst>
          </p:cNvPr>
          <p:cNvGrpSpPr/>
          <p:nvPr/>
        </p:nvGrpSpPr>
        <p:grpSpPr>
          <a:xfrm>
            <a:off x="3185532" y="5290216"/>
            <a:ext cx="2014888" cy="0"/>
            <a:chOff x="3185532" y="5290216"/>
            <a:chExt cx="2014888" cy="0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EBFA562-F9EA-EEC3-86B3-85D43D7AFE4B}"/>
                </a:ext>
              </a:extLst>
            </p:cNvPr>
            <p:cNvCxnSpPr>
              <a:cxnSpLocks/>
            </p:cNvCxnSpPr>
            <p:nvPr/>
          </p:nvCxnSpPr>
          <p:spPr>
            <a:xfrm>
              <a:off x="3948731" y="5290216"/>
              <a:ext cx="399896" cy="0"/>
            </a:xfrm>
            <a:prstGeom prst="line">
              <a:avLst/>
            </a:prstGeom>
            <a:ln w="38100">
              <a:solidFill>
                <a:srgbClr val="FF0000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4F7A94C2-6046-EE91-2731-EB2286A58FF8}"/>
                </a:ext>
              </a:extLst>
            </p:cNvPr>
            <p:cNvCxnSpPr>
              <a:cxnSpLocks/>
            </p:cNvCxnSpPr>
            <p:nvPr/>
          </p:nvCxnSpPr>
          <p:spPr>
            <a:xfrm>
              <a:off x="4348627" y="5290216"/>
              <a:ext cx="851793" cy="0"/>
            </a:xfrm>
            <a:prstGeom prst="line">
              <a:avLst/>
            </a:prstGeom>
            <a:ln w="38100">
              <a:solidFill>
                <a:srgbClr val="FF0000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F0DCFC1-9F38-30C4-33DC-588ADF799518}"/>
                </a:ext>
              </a:extLst>
            </p:cNvPr>
            <p:cNvCxnSpPr>
              <a:cxnSpLocks/>
            </p:cNvCxnSpPr>
            <p:nvPr/>
          </p:nvCxnSpPr>
          <p:spPr>
            <a:xfrm>
              <a:off x="3185532" y="5290216"/>
              <a:ext cx="763199" cy="0"/>
            </a:xfrm>
            <a:prstGeom prst="line">
              <a:avLst/>
            </a:prstGeom>
            <a:ln w="38100">
              <a:solidFill>
                <a:srgbClr val="FF0000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77854A4-5A72-9FE8-9AB7-95802A9AA3B5}"/>
              </a:ext>
            </a:extLst>
          </p:cNvPr>
          <p:cNvCxnSpPr>
            <a:cxnSpLocks/>
          </p:cNvCxnSpPr>
          <p:nvPr/>
        </p:nvCxnSpPr>
        <p:spPr>
          <a:xfrm>
            <a:off x="2063451" y="5290216"/>
            <a:ext cx="1122081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0FC1258-8ACC-25A1-F34B-12ACAEFDFEAA}"/>
              </a:ext>
            </a:extLst>
          </p:cNvPr>
          <p:cNvCxnSpPr>
            <a:cxnSpLocks/>
          </p:cNvCxnSpPr>
          <p:nvPr/>
        </p:nvCxnSpPr>
        <p:spPr>
          <a:xfrm flipH="1">
            <a:off x="99179" y="3334265"/>
            <a:ext cx="1201860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5B4438C-12DE-A5B6-76B4-6E3F19FA8EEA}"/>
              </a:ext>
            </a:extLst>
          </p:cNvPr>
          <p:cNvCxnSpPr>
            <a:cxnSpLocks/>
          </p:cNvCxnSpPr>
          <p:nvPr/>
        </p:nvCxnSpPr>
        <p:spPr>
          <a:xfrm flipV="1">
            <a:off x="851243" y="75890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4DEF29D-1473-DC0F-588B-B10C30500532}"/>
              </a:ext>
            </a:extLst>
          </p:cNvPr>
          <p:cNvCxnSpPr>
            <a:cxnSpLocks/>
          </p:cNvCxnSpPr>
          <p:nvPr/>
        </p:nvCxnSpPr>
        <p:spPr>
          <a:xfrm flipV="1">
            <a:off x="2042731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543DD28-EE30-2D66-C161-556821DEC649}"/>
              </a:ext>
            </a:extLst>
          </p:cNvPr>
          <p:cNvCxnSpPr>
            <a:cxnSpLocks/>
          </p:cNvCxnSpPr>
          <p:nvPr/>
        </p:nvCxnSpPr>
        <p:spPr>
          <a:xfrm flipV="1">
            <a:off x="5833872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2D23472-533B-8416-9ACD-DF971078A10E}"/>
              </a:ext>
            </a:extLst>
          </p:cNvPr>
          <p:cNvCxnSpPr>
            <a:cxnSpLocks/>
          </p:cNvCxnSpPr>
          <p:nvPr/>
        </p:nvCxnSpPr>
        <p:spPr>
          <a:xfrm flipV="1">
            <a:off x="6370735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E298B46-CE28-A587-4B14-90E782F817D7}"/>
              </a:ext>
            </a:extLst>
          </p:cNvPr>
          <p:cNvCxnSpPr>
            <a:cxnSpLocks/>
          </p:cNvCxnSpPr>
          <p:nvPr/>
        </p:nvCxnSpPr>
        <p:spPr>
          <a:xfrm flipV="1">
            <a:off x="6627044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3217760-E97E-89A6-CF82-ED98FF58A758}"/>
              </a:ext>
            </a:extLst>
          </p:cNvPr>
          <p:cNvCxnSpPr>
            <a:cxnSpLocks/>
          </p:cNvCxnSpPr>
          <p:nvPr/>
        </p:nvCxnSpPr>
        <p:spPr>
          <a:xfrm flipV="1">
            <a:off x="11448426" y="0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53352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-0.0007 L 0.00026 -0.0414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3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4 3.7037E-6 L -0.00117 -0.03588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-18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AD980-D080-1BF1-6566-BF715A672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diagram of different colors&#10;&#10;AI-generated content may be incorrect.">
            <a:extLst>
              <a:ext uri="{FF2B5EF4-FFF2-40B4-BE49-F238E27FC236}">
                <a16:creationId xmlns:a16="http://schemas.microsoft.com/office/drawing/2014/main" id="{DD0D4F4E-4298-F819-2308-49A9F5331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437" y="471058"/>
            <a:ext cx="11848392" cy="3149571"/>
          </a:xfrm>
          <a:prstGeom prst="rect">
            <a:avLst/>
          </a:prstGeom>
        </p:spPr>
      </p:pic>
      <p:pic>
        <p:nvPicPr>
          <p:cNvPr id="4" name="Picture 3" descr="A group of graphs showing different colors&#10;&#10;Description automatically generated with medium confidence">
            <a:extLst>
              <a:ext uri="{FF2B5EF4-FFF2-40B4-BE49-F238E27FC236}">
                <a16:creationId xmlns:a16="http://schemas.microsoft.com/office/drawing/2014/main" id="{69F0165B-0F00-A7F1-260C-450E0753A8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93" t="47643" r="1518" b="34483"/>
          <a:stretch/>
        </p:blipFill>
        <p:spPr>
          <a:xfrm>
            <a:off x="89131" y="3757222"/>
            <a:ext cx="12018602" cy="183922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1BB50B4-7C77-F94C-B65D-6CC9F4FB8A43}"/>
              </a:ext>
            </a:extLst>
          </p:cNvPr>
          <p:cNvSpPr/>
          <p:nvPr/>
        </p:nvSpPr>
        <p:spPr>
          <a:xfrm>
            <a:off x="853944" y="3922644"/>
            <a:ext cx="4990265" cy="1378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BD0C195-ADBF-E721-F557-090AE8555250}"/>
              </a:ext>
            </a:extLst>
          </p:cNvPr>
          <p:cNvCxnSpPr>
            <a:cxnSpLocks/>
          </p:cNvCxnSpPr>
          <p:nvPr/>
        </p:nvCxnSpPr>
        <p:spPr>
          <a:xfrm>
            <a:off x="870424" y="5282541"/>
            <a:ext cx="1193027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C7716B2-FE0B-1D72-0A55-510EEE1C639C}"/>
              </a:ext>
            </a:extLst>
          </p:cNvPr>
          <p:cNvCxnSpPr>
            <a:cxnSpLocks/>
          </p:cNvCxnSpPr>
          <p:nvPr/>
        </p:nvCxnSpPr>
        <p:spPr>
          <a:xfrm>
            <a:off x="5200419" y="4786670"/>
            <a:ext cx="610016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AA7021B-B276-A42C-4660-051616F4EF77}"/>
              </a:ext>
            </a:extLst>
          </p:cNvPr>
          <p:cNvCxnSpPr>
            <a:cxnSpLocks/>
          </p:cNvCxnSpPr>
          <p:nvPr/>
        </p:nvCxnSpPr>
        <p:spPr>
          <a:xfrm>
            <a:off x="2063451" y="5282541"/>
            <a:ext cx="1122081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21FD8E2-99E3-6089-7182-72E1B1ABB5AE}"/>
              </a:ext>
            </a:extLst>
          </p:cNvPr>
          <p:cNvGrpSpPr/>
          <p:nvPr/>
        </p:nvGrpSpPr>
        <p:grpSpPr>
          <a:xfrm>
            <a:off x="3185532" y="5004611"/>
            <a:ext cx="2014888" cy="0"/>
            <a:chOff x="3185532" y="5109240"/>
            <a:chExt cx="2014888" cy="0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24A4DFE-7A8C-40AF-0DAB-FA47CFA4EE80}"/>
                </a:ext>
              </a:extLst>
            </p:cNvPr>
            <p:cNvCxnSpPr>
              <a:cxnSpLocks/>
            </p:cNvCxnSpPr>
            <p:nvPr/>
          </p:nvCxnSpPr>
          <p:spPr>
            <a:xfrm>
              <a:off x="3948731" y="5109240"/>
              <a:ext cx="399896" cy="0"/>
            </a:xfrm>
            <a:prstGeom prst="line">
              <a:avLst/>
            </a:prstGeom>
            <a:ln w="38100">
              <a:solidFill>
                <a:srgbClr val="FF0000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880758C-F269-7110-B822-21BE2C9032A8}"/>
                </a:ext>
              </a:extLst>
            </p:cNvPr>
            <p:cNvCxnSpPr>
              <a:cxnSpLocks/>
            </p:cNvCxnSpPr>
            <p:nvPr/>
          </p:nvCxnSpPr>
          <p:spPr>
            <a:xfrm>
              <a:off x="4348627" y="5109240"/>
              <a:ext cx="851793" cy="0"/>
            </a:xfrm>
            <a:prstGeom prst="line">
              <a:avLst/>
            </a:prstGeom>
            <a:ln w="38100">
              <a:solidFill>
                <a:srgbClr val="FF0000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0DE6208-D800-16F0-5B5F-ADFF26D1D10A}"/>
                </a:ext>
              </a:extLst>
            </p:cNvPr>
            <p:cNvCxnSpPr>
              <a:cxnSpLocks/>
            </p:cNvCxnSpPr>
            <p:nvPr/>
          </p:nvCxnSpPr>
          <p:spPr>
            <a:xfrm>
              <a:off x="3185532" y="5109240"/>
              <a:ext cx="763199" cy="0"/>
            </a:xfrm>
            <a:prstGeom prst="line">
              <a:avLst/>
            </a:prstGeom>
            <a:ln w="38100">
              <a:solidFill>
                <a:srgbClr val="FF0000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F4C3EB-D3F1-4094-4B3D-10735500DAAB}"/>
              </a:ext>
            </a:extLst>
          </p:cNvPr>
          <p:cNvCxnSpPr>
            <a:cxnSpLocks/>
          </p:cNvCxnSpPr>
          <p:nvPr/>
        </p:nvCxnSpPr>
        <p:spPr>
          <a:xfrm flipV="1">
            <a:off x="851243" y="3085719"/>
            <a:ext cx="0" cy="27219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9DE49EA-F187-0924-8434-23AF753FF642}"/>
              </a:ext>
            </a:extLst>
          </p:cNvPr>
          <p:cNvCxnSpPr/>
          <p:nvPr/>
        </p:nvCxnSpPr>
        <p:spPr>
          <a:xfrm flipV="1">
            <a:off x="11445103" y="3085719"/>
            <a:ext cx="0" cy="25207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18CDFB2-D2C6-7B76-D247-CE258D9B2D6D}"/>
              </a:ext>
            </a:extLst>
          </p:cNvPr>
          <p:cNvCxnSpPr>
            <a:cxnSpLocks/>
          </p:cNvCxnSpPr>
          <p:nvPr/>
        </p:nvCxnSpPr>
        <p:spPr>
          <a:xfrm flipH="1">
            <a:off x="99179" y="3334265"/>
            <a:ext cx="1201860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894667C-3EE0-3EB6-E5D2-2768BF47F92F}"/>
              </a:ext>
            </a:extLst>
          </p:cNvPr>
          <p:cNvCxnSpPr>
            <a:cxnSpLocks/>
          </p:cNvCxnSpPr>
          <p:nvPr/>
        </p:nvCxnSpPr>
        <p:spPr>
          <a:xfrm flipH="1">
            <a:off x="99179" y="3334265"/>
            <a:ext cx="1201860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C437ECD-5606-F2B0-329F-11831E47742C}"/>
              </a:ext>
            </a:extLst>
          </p:cNvPr>
          <p:cNvCxnSpPr>
            <a:cxnSpLocks/>
          </p:cNvCxnSpPr>
          <p:nvPr/>
        </p:nvCxnSpPr>
        <p:spPr>
          <a:xfrm flipV="1">
            <a:off x="851243" y="75890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089E855-5C08-7198-5EF9-6D55ADAC66CD}"/>
              </a:ext>
            </a:extLst>
          </p:cNvPr>
          <p:cNvCxnSpPr>
            <a:cxnSpLocks/>
          </p:cNvCxnSpPr>
          <p:nvPr/>
        </p:nvCxnSpPr>
        <p:spPr>
          <a:xfrm flipV="1">
            <a:off x="2042731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7E6BD0A-6779-6E47-769E-86E715CA2F7D}"/>
              </a:ext>
            </a:extLst>
          </p:cNvPr>
          <p:cNvCxnSpPr>
            <a:cxnSpLocks/>
          </p:cNvCxnSpPr>
          <p:nvPr/>
        </p:nvCxnSpPr>
        <p:spPr>
          <a:xfrm flipV="1">
            <a:off x="5833872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84DD039-0C01-CFB3-38B7-C6F8B19F6191}"/>
              </a:ext>
            </a:extLst>
          </p:cNvPr>
          <p:cNvCxnSpPr>
            <a:cxnSpLocks/>
          </p:cNvCxnSpPr>
          <p:nvPr/>
        </p:nvCxnSpPr>
        <p:spPr>
          <a:xfrm flipV="1">
            <a:off x="6370735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CCEB8F7-F0A2-8249-E836-543D934BF565}"/>
              </a:ext>
            </a:extLst>
          </p:cNvPr>
          <p:cNvCxnSpPr>
            <a:cxnSpLocks/>
          </p:cNvCxnSpPr>
          <p:nvPr/>
        </p:nvCxnSpPr>
        <p:spPr>
          <a:xfrm flipV="1">
            <a:off x="6627044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24595C3-9AF5-AC43-C8B2-12EAC188D5AC}"/>
              </a:ext>
            </a:extLst>
          </p:cNvPr>
          <p:cNvCxnSpPr>
            <a:cxnSpLocks/>
          </p:cNvCxnSpPr>
          <p:nvPr/>
        </p:nvCxnSpPr>
        <p:spPr>
          <a:xfrm flipV="1">
            <a:off x="11448426" y="0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31838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ECCD5-6DCD-0FEE-4693-39515A259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different colored lines&#10;&#10;AI-generated content may be incorrect.">
            <a:extLst>
              <a:ext uri="{FF2B5EF4-FFF2-40B4-BE49-F238E27FC236}">
                <a16:creationId xmlns:a16="http://schemas.microsoft.com/office/drawing/2014/main" id="{596D7F66-971A-969B-A291-21FB87BB4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566" y="484388"/>
            <a:ext cx="11814285" cy="3043986"/>
          </a:xfrm>
          <a:prstGeom prst="rect">
            <a:avLst/>
          </a:prstGeom>
        </p:spPr>
      </p:pic>
      <p:pic>
        <p:nvPicPr>
          <p:cNvPr id="4" name="Picture 3" descr="A group of graphs showing different colors&#10;&#10;Description automatically generated with medium confidence">
            <a:extLst>
              <a:ext uri="{FF2B5EF4-FFF2-40B4-BE49-F238E27FC236}">
                <a16:creationId xmlns:a16="http://schemas.microsoft.com/office/drawing/2014/main" id="{982EE467-5089-5604-B352-561800722F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93" t="47643" r="1518" b="34483"/>
          <a:stretch/>
        </p:blipFill>
        <p:spPr>
          <a:xfrm>
            <a:off x="89131" y="3757222"/>
            <a:ext cx="12018602" cy="183922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026A9FF-17F6-98A9-5BF3-6024B184C5AF}"/>
              </a:ext>
            </a:extLst>
          </p:cNvPr>
          <p:cNvSpPr/>
          <p:nvPr/>
        </p:nvSpPr>
        <p:spPr>
          <a:xfrm>
            <a:off x="853944" y="3922644"/>
            <a:ext cx="4990265" cy="1378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8E2797C-975C-734B-4315-20D61399C506}"/>
              </a:ext>
            </a:extLst>
          </p:cNvPr>
          <p:cNvCxnSpPr>
            <a:cxnSpLocks/>
          </p:cNvCxnSpPr>
          <p:nvPr/>
        </p:nvCxnSpPr>
        <p:spPr>
          <a:xfrm>
            <a:off x="870424" y="5282541"/>
            <a:ext cx="1193027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396DA9-A3D9-4799-B5FA-BA6DF482DFAD}"/>
              </a:ext>
            </a:extLst>
          </p:cNvPr>
          <p:cNvCxnSpPr>
            <a:cxnSpLocks/>
          </p:cNvCxnSpPr>
          <p:nvPr/>
        </p:nvCxnSpPr>
        <p:spPr>
          <a:xfrm>
            <a:off x="2063451" y="5282541"/>
            <a:ext cx="1122081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82BF27-C139-3951-C3B9-E67A9663FF66}"/>
              </a:ext>
            </a:extLst>
          </p:cNvPr>
          <p:cNvCxnSpPr>
            <a:cxnSpLocks/>
          </p:cNvCxnSpPr>
          <p:nvPr/>
        </p:nvCxnSpPr>
        <p:spPr>
          <a:xfrm flipV="1">
            <a:off x="851243" y="3085719"/>
            <a:ext cx="0" cy="27219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9563EA2-0C70-EAC0-F9C5-094935E4931F}"/>
              </a:ext>
            </a:extLst>
          </p:cNvPr>
          <p:cNvCxnSpPr/>
          <p:nvPr/>
        </p:nvCxnSpPr>
        <p:spPr>
          <a:xfrm flipV="1">
            <a:off x="11445103" y="3085719"/>
            <a:ext cx="0" cy="25207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EFEF850-E6D8-8249-DA26-DBAF523DE077}"/>
              </a:ext>
            </a:extLst>
          </p:cNvPr>
          <p:cNvCxnSpPr>
            <a:cxnSpLocks/>
          </p:cNvCxnSpPr>
          <p:nvPr/>
        </p:nvCxnSpPr>
        <p:spPr>
          <a:xfrm flipH="1">
            <a:off x="99179" y="3334265"/>
            <a:ext cx="1201860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25013D9-ECA5-3584-1EDA-1FB22D45E96D}"/>
              </a:ext>
            </a:extLst>
          </p:cNvPr>
          <p:cNvCxnSpPr>
            <a:cxnSpLocks/>
          </p:cNvCxnSpPr>
          <p:nvPr/>
        </p:nvCxnSpPr>
        <p:spPr>
          <a:xfrm flipH="1">
            <a:off x="99179" y="3334265"/>
            <a:ext cx="1201860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8D93116-3ED8-DCA6-13C5-D8E84B476BC8}"/>
              </a:ext>
            </a:extLst>
          </p:cNvPr>
          <p:cNvCxnSpPr>
            <a:cxnSpLocks/>
          </p:cNvCxnSpPr>
          <p:nvPr/>
        </p:nvCxnSpPr>
        <p:spPr>
          <a:xfrm flipV="1">
            <a:off x="851243" y="75890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A1DAEF8-3096-1D88-24D1-3F4E1B3E6A31}"/>
              </a:ext>
            </a:extLst>
          </p:cNvPr>
          <p:cNvCxnSpPr>
            <a:cxnSpLocks/>
          </p:cNvCxnSpPr>
          <p:nvPr/>
        </p:nvCxnSpPr>
        <p:spPr>
          <a:xfrm flipV="1">
            <a:off x="2042731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A0D2C24-1356-2201-5F2B-BD3A737C381E}"/>
              </a:ext>
            </a:extLst>
          </p:cNvPr>
          <p:cNvCxnSpPr>
            <a:cxnSpLocks/>
          </p:cNvCxnSpPr>
          <p:nvPr/>
        </p:nvCxnSpPr>
        <p:spPr>
          <a:xfrm flipV="1">
            <a:off x="5833872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F16A949-4463-6FDA-7F0B-D0E4A16A226B}"/>
              </a:ext>
            </a:extLst>
          </p:cNvPr>
          <p:cNvCxnSpPr>
            <a:cxnSpLocks/>
          </p:cNvCxnSpPr>
          <p:nvPr/>
        </p:nvCxnSpPr>
        <p:spPr>
          <a:xfrm flipV="1">
            <a:off x="6370735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C9CC256-9C8B-A439-66AA-CE305C90C197}"/>
              </a:ext>
            </a:extLst>
          </p:cNvPr>
          <p:cNvCxnSpPr>
            <a:cxnSpLocks/>
          </p:cNvCxnSpPr>
          <p:nvPr/>
        </p:nvCxnSpPr>
        <p:spPr>
          <a:xfrm flipV="1">
            <a:off x="6627044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94881A-102D-E949-5405-812C9A540660}"/>
              </a:ext>
            </a:extLst>
          </p:cNvPr>
          <p:cNvCxnSpPr>
            <a:cxnSpLocks/>
          </p:cNvCxnSpPr>
          <p:nvPr/>
        </p:nvCxnSpPr>
        <p:spPr>
          <a:xfrm flipV="1">
            <a:off x="11448426" y="0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1474F4F-9468-F400-965E-361DA156D8DD}"/>
              </a:ext>
            </a:extLst>
          </p:cNvPr>
          <p:cNvCxnSpPr>
            <a:cxnSpLocks/>
          </p:cNvCxnSpPr>
          <p:nvPr/>
        </p:nvCxnSpPr>
        <p:spPr>
          <a:xfrm>
            <a:off x="5200419" y="4786670"/>
            <a:ext cx="610016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CCAB85E-1A2A-DFCB-CA20-2E97301938E1}"/>
              </a:ext>
            </a:extLst>
          </p:cNvPr>
          <p:cNvGrpSpPr/>
          <p:nvPr/>
        </p:nvGrpSpPr>
        <p:grpSpPr>
          <a:xfrm>
            <a:off x="3185532" y="5004611"/>
            <a:ext cx="2014888" cy="0"/>
            <a:chOff x="3185532" y="5109240"/>
            <a:chExt cx="2014888" cy="0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663CBF4-16DA-6013-9200-077B251DD6B6}"/>
                </a:ext>
              </a:extLst>
            </p:cNvPr>
            <p:cNvCxnSpPr>
              <a:cxnSpLocks/>
            </p:cNvCxnSpPr>
            <p:nvPr/>
          </p:nvCxnSpPr>
          <p:spPr>
            <a:xfrm>
              <a:off x="3948731" y="5109240"/>
              <a:ext cx="399896" cy="0"/>
            </a:xfrm>
            <a:prstGeom prst="line">
              <a:avLst/>
            </a:prstGeom>
            <a:ln w="38100">
              <a:solidFill>
                <a:srgbClr val="FF0000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9C863C9-5B7A-52C3-EE28-351C8FBB6F6B}"/>
                </a:ext>
              </a:extLst>
            </p:cNvPr>
            <p:cNvCxnSpPr>
              <a:cxnSpLocks/>
            </p:cNvCxnSpPr>
            <p:nvPr/>
          </p:nvCxnSpPr>
          <p:spPr>
            <a:xfrm>
              <a:off x="4348627" y="5109240"/>
              <a:ext cx="851793" cy="0"/>
            </a:xfrm>
            <a:prstGeom prst="line">
              <a:avLst/>
            </a:prstGeom>
            <a:ln w="38100">
              <a:solidFill>
                <a:srgbClr val="FF0000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D03C8D9-9DCB-E094-4E34-35DB634C6E4E}"/>
                </a:ext>
              </a:extLst>
            </p:cNvPr>
            <p:cNvCxnSpPr>
              <a:cxnSpLocks/>
            </p:cNvCxnSpPr>
            <p:nvPr/>
          </p:nvCxnSpPr>
          <p:spPr>
            <a:xfrm>
              <a:off x="3185532" y="5109240"/>
              <a:ext cx="763199" cy="0"/>
            </a:xfrm>
            <a:prstGeom prst="line">
              <a:avLst/>
            </a:prstGeom>
            <a:ln w="38100">
              <a:solidFill>
                <a:srgbClr val="FF0000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067301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65744-10F1-AB76-4604-8D02787C0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different colored lines&#10;&#10;AI-generated content may be incorrect.">
            <a:extLst>
              <a:ext uri="{FF2B5EF4-FFF2-40B4-BE49-F238E27FC236}">
                <a16:creationId xmlns:a16="http://schemas.microsoft.com/office/drawing/2014/main" id="{7BC1D3B7-085B-CC70-FBA1-D03CE55E93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566" y="484388"/>
            <a:ext cx="11814285" cy="3043986"/>
          </a:xfrm>
          <a:prstGeom prst="rect">
            <a:avLst/>
          </a:prstGeom>
        </p:spPr>
      </p:pic>
      <p:pic>
        <p:nvPicPr>
          <p:cNvPr id="4" name="Picture 3" descr="A group of graphs showing different colors&#10;&#10;Description automatically generated with medium confidence">
            <a:extLst>
              <a:ext uri="{FF2B5EF4-FFF2-40B4-BE49-F238E27FC236}">
                <a16:creationId xmlns:a16="http://schemas.microsoft.com/office/drawing/2014/main" id="{F6A72972-0821-1C53-58DB-4CC881DC87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93" t="47643" r="1518" b="34483"/>
          <a:stretch/>
        </p:blipFill>
        <p:spPr>
          <a:xfrm>
            <a:off x="89131" y="3757222"/>
            <a:ext cx="12018602" cy="183922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5B15236-61D8-D9E2-AC4D-81172943E149}"/>
              </a:ext>
            </a:extLst>
          </p:cNvPr>
          <p:cNvSpPr/>
          <p:nvPr/>
        </p:nvSpPr>
        <p:spPr>
          <a:xfrm>
            <a:off x="853944" y="3922644"/>
            <a:ext cx="4990265" cy="1378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E8AE88A-C68B-FCEE-2CD5-2DC651A52A09}"/>
              </a:ext>
            </a:extLst>
          </p:cNvPr>
          <p:cNvCxnSpPr>
            <a:cxnSpLocks/>
          </p:cNvCxnSpPr>
          <p:nvPr/>
        </p:nvCxnSpPr>
        <p:spPr>
          <a:xfrm>
            <a:off x="870424" y="5282541"/>
            <a:ext cx="1193027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F24511C-7B64-C8F9-882A-D26B7177EC3B}"/>
              </a:ext>
            </a:extLst>
          </p:cNvPr>
          <p:cNvCxnSpPr>
            <a:cxnSpLocks/>
          </p:cNvCxnSpPr>
          <p:nvPr/>
        </p:nvCxnSpPr>
        <p:spPr>
          <a:xfrm>
            <a:off x="2063451" y="5282541"/>
            <a:ext cx="1122081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63CD81-CA4F-A0CD-52DB-AD109A639AFF}"/>
              </a:ext>
            </a:extLst>
          </p:cNvPr>
          <p:cNvCxnSpPr>
            <a:cxnSpLocks/>
          </p:cNvCxnSpPr>
          <p:nvPr/>
        </p:nvCxnSpPr>
        <p:spPr>
          <a:xfrm flipV="1">
            <a:off x="851243" y="3085719"/>
            <a:ext cx="0" cy="27219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8A40A0B-B91F-3FCD-C013-0E93982099DA}"/>
              </a:ext>
            </a:extLst>
          </p:cNvPr>
          <p:cNvCxnSpPr/>
          <p:nvPr/>
        </p:nvCxnSpPr>
        <p:spPr>
          <a:xfrm flipV="1">
            <a:off x="11445103" y="3085719"/>
            <a:ext cx="0" cy="25207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8CE3287-523F-7335-5F33-0B3AC9AAD9B0}"/>
              </a:ext>
            </a:extLst>
          </p:cNvPr>
          <p:cNvCxnSpPr>
            <a:cxnSpLocks/>
          </p:cNvCxnSpPr>
          <p:nvPr/>
        </p:nvCxnSpPr>
        <p:spPr>
          <a:xfrm flipH="1">
            <a:off x="99179" y="3334265"/>
            <a:ext cx="1201860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FDED447-A70C-60FE-BDC6-F71A36537F80}"/>
              </a:ext>
            </a:extLst>
          </p:cNvPr>
          <p:cNvCxnSpPr>
            <a:cxnSpLocks/>
          </p:cNvCxnSpPr>
          <p:nvPr/>
        </p:nvCxnSpPr>
        <p:spPr>
          <a:xfrm flipH="1">
            <a:off x="99179" y="3334265"/>
            <a:ext cx="1201860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04EA989-DD25-C1EC-E656-0A11E40661E5}"/>
              </a:ext>
            </a:extLst>
          </p:cNvPr>
          <p:cNvCxnSpPr>
            <a:cxnSpLocks/>
          </p:cNvCxnSpPr>
          <p:nvPr/>
        </p:nvCxnSpPr>
        <p:spPr>
          <a:xfrm flipV="1">
            <a:off x="851243" y="75890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73F576D-E30F-FCD3-F6EA-45FBF18812D8}"/>
              </a:ext>
            </a:extLst>
          </p:cNvPr>
          <p:cNvCxnSpPr>
            <a:cxnSpLocks/>
          </p:cNvCxnSpPr>
          <p:nvPr/>
        </p:nvCxnSpPr>
        <p:spPr>
          <a:xfrm flipV="1">
            <a:off x="2042731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9CEA190-8B7B-ADDD-551B-6A24464EAAE3}"/>
              </a:ext>
            </a:extLst>
          </p:cNvPr>
          <p:cNvCxnSpPr>
            <a:cxnSpLocks/>
          </p:cNvCxnSpPr>
          <p:nvPr/>
        </p:nvCxnSpPr>
        <p:spPr>
          <a:xfrm flipV="1">
            <a:off x="5833872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1433F14-82E0-782F-D432-EF72C668DCFC}"/>
              </a:ext>
            </a:extLst>
          </p:cNvPr>
          <p:cNvCxnSpPr>
            <a:cxnSpLocks/>
          </p:cNvCxnSpPr>
          <p:nvPr/>
        </p:nvCxnSpPr>
        <p:spPr>
          <a:xfrm flipV="1">
            <a:off x="6370735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9E2E66-025D-398F-D2DA-A1CE24DF2B2A}"/>
              </a:ext>
            </a:extLst>
          </p:cNvPr>
          <p:cNvCxnSpPr>
            <a:cxnSpLocks/>
          </p:cNvCxnSpPr>
          <p:nvPr/>
        </p:nvCxnSpPr>
        <p:spPr>
          <a:xfrm flipV="1">
            <a:off x="6627044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322CA26-A0B3-37DB-D318-284107C5E30A}"/>
              </a:ext>
            </a:extLst>
          </p:cNvPr>
          <p:cNvCxnSpPr>
            <a:cxnSpLocks/>
          </p:cNvCxnSpPr>
          <p:nvPr/>
        </p:nvCxnSpPr>
        <p:spPr>
          <a:xfrm flipV="1">
            <a:off x="11448426" y="0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6B9400A-667C-8F40-956C-97214F04DAF3}"/>
              </a:ext>
            </a:extLst>
          </p:cNvPr>
          <p:cNvCxnSpPr>
            <a:cxnSpLocks/>
          </p:cNvCxnSpPr>
          <p:nvPr/>
        </p:nvCxnSpPr>
        <p:spPr>
          <a:xfrm>
            <a:off x="5200419" y="4786670"/>
            <a:ext cx="610016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9D7EF05-D5AD-74DC-3D2A-9FCF29F0AC9C}"/>
              </a:ext>
            </a:extLst>
          </p:cNvPr>
          <p:cNvCxnSpPr>
            <a:cxnSpLocks/>
          </p:cNvCxnSpPr>
          <p:nvPr/>
        </p:nvCxnSpPr>
        <p:spPr>
          <a:xfrm>
            <a:off x="3948731" y="5004611"/>
            <a:ext cx="399896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C4FDF00-0FC6-7B72-8A57-559891E2A96B}"/>
              </a:ext>
            </a:extLst>
          </p:cNvPr>
          <p:cNvCxnSpPr>
            <a:cxnSpLocks/>
          </p:cNvCxnSpPr>
          <p:nvPr/>
        </p:nvCxnSpPr>
        <p:spPr>
          <a:xfrm>
            <a:off x="4348627" y="5004611"/>
            <a:ext cx="851793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33F807B-7F82-3C18-2823-A81DB925C7A9}"/>
              </a:ext>
            </a:extLst>
          </p:cNvPr>
          <p:cNvCxnSpPr>
            <a:cxnSpLocks/>
          </p:cNvCxnSpPr>
          <p:nvPr/>
        </p:nvCxnSpPr>
        <p:spPr>
          <a:xfrm>
            <a:off x="3185532" y="5004611"/>
            <a:ext cx="763199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118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2F952-C7E9-004F-275E-5CB32A01F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A close-up of a colorful line&#10;&#10;AI-generated content may be incorrect.">
            <a:extLst>
              <a:ext uri="{FF2B5EF4-FFF2-40B4-BE49-F238E27FC236}">
                <a16:creationId xmlns:a16="http://schemas.microsoft.com/office/drawing/2014/main" id="{01F412B2-6223-F65C-723C-846BBCA0E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007" y="373877"/>
            <a:ext cx="11798848" cy="3130306"/>
          </a:xfrm>
          <a:prstGeom prst="rect">
            <a:avLst/>
          </a:prstGeom>
        </p:spPr>
      </p:pic>
      <p:pic>
        <p:nvPicPr>
          <p:cNvPr id="4" name="Picture 3" descr="A group of graphs showing different colors&#10;&#10;Description automatically generated with medium confidence">
            <a:extLst>
              <a:ext uri="{FF2B5EF4-FFF2-40B4-BE49-F238E27FC236}">
                <a16:creationId xmlns:a16="http://schemas.microsoft.com/office/drawing/2014/main" id="{0195F727-B48B-3DF5-651C-A3C10CF80D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93" t="47643" r="1518" b="34483"/>
          <a:stretch/>
        </p:blipFill>
        <p:spPr>
          <a:xfrm>
            <a:off x="89131" y="3757222"/>
            <a:ext cx="12018602" cy="183922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6A55C86-5CD7-2F89-A5CA-95DD5A8E3835}"/>
              </a:ext>
            </a:extLst>
          </p:cNvPr>
          <p:cNvSpPr/>
          <p:nvPr/>
        </p:nvSpPr>
        <p:spPr>
          <a:xfrm>
            <a:off x="853944" y="3922644"/>
            <a:ext cx="4990265" cy="1378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DB86503-3CCD-1CA9-0221-8853ADAE9F02}"/>
              </a:ext>
            </a:extLst>
          </p:cNvPr>
          <p:cNvCxnSpPr>
            <a:cxnSpLocks/>
          </p:cNvCxnSpPr>
          <p:nvPr/>
        </p:nvCxnSpPr>
        <p:spPr>
          <a:xfrm>
            <a:off x="870424" y="5282541"/>
            <a:ext cx="1193027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A6F4B8E-20D5-C4DA-9C15-7D1E4434506C}"/>
              </a:ext>
            </a:extLst>
          </p:cNvPr>
          <p:cNvCxnSpPr>
            <a:cxnSpLocks/>
          </p:cNvCxnSpPr>
          <p:nvPr/>
        </p:nvCxnSpPr>
        <p:spPr>
          <a:xfrm flipV="1">
            <a:off x="851243" y="3085719"/>
            <a:ext cx="0" cy="27219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359C7E9-E70B-403A-C6EE-22293361719D}"/>
              </a:ext>
            </a:extLst>
          </p:cNvPr>
          <p:cNvCxnSpPr/>
          <p:nvPr/>
        </p:nvCxnSpPr>
        <p:spPr>
          <a:xfrm flipV="1">
            <a:off x="11445103" y="3085719"/>
            <a:ext cx="0" cy="25207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59C4240-8B52-D72C-76DB-096790B9ECB6}"/>
              </a:ext>
            </a:extLst>
          </p:cNvPr>
          <p:cNvCxnSpPr>
            <a:cxnSpLocks/>
          </p:cNvCxnSpPr>
          <p:nvPr/>
        </p:nvCxnSpPr>
        <p:spPr>
          <a:xfrm flipH="1">
            <a:off x="99179" y="3334265"/>
            <a:ext cx="1201860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7FF541D-05EF-2146-236F-483DDC2A8B61}"/>
              </a:ext>
            </a:extLst>
          </p:cNvPr>
          <p:cNvCxnSpPr>
            <a:cxnSpLocks/>
          </p:cNvCxnSpPr>
          <p:nvPr/>
        </p:nvCxnSpPr>
        <p:spPr>
          <a:xfrm flipH="1">
            <a:off x="99179" y="3334265"/>
            <a:ext cx="1201860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E0595BA-98A8-1A79-A14D-3BDCA8900830}"/>
              </a:ext>
            </a:extLst>
          </p:cNvPr>
          <p:cNvCxnSpPr>
            <a:cxnSpLocks/>
          </p:cNvCxnSpPr>
          <p:nvPr/>
        </p:nvCxnSpPr>
        <p:spPr>
          <a:xfrm flipV="1">
            <a:off x="851243" y="75890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D2D4637-C9B4-E356-A541-6C8F92148FD6}"/>
              </a:ext>
            </a:extLst>
          </p:cNvPr>
          <p:cNvCxnSpPr>
            <a:cxnSpLocks/>
          </p:cNvCxnSpPr>
          <p:nvPr/>
        </p:nvCxnSpPr>
        <p:spPr>
          <a:xfrm flipV="1">
            <a:off x="2042731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6C75896-67EA-C8CD-C3C9-97F90CE070E0}"/>
              </a:ext>
            </a:extLst>
          </p:cNvPr>
          <p:cNvCxnSpPr>
            <a:cxnSpLocks/>
          </p:cNvCxnSpPr>
          <p:nvPr/>
        </p:nvCxnSpPr>
        <p:spPr>
          <a:xfrm flipV="1">
            <a:off x="5833872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AB55A08-1B6E-BAC0-BCF1-34860B97FFA4}"/>
              </a:ext>
            </a:extLst>
          </p:cNvPr>
          <p:cNvCxnSpPr>
            <a:cxnSpLocks/>
          </p:cNvCxnSpPr>
          <p:nvPr/>
        </p:nvCxnSpPr>
        <p:spPr>
          <a:xfrm flipV="1">
            <a:off x="6370735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C448841-8B88-E6C1-63D9-D78589D76E65}"/>
              </a:ext>
            </a:extLst>
          </p:cNvPr>
          <p:cNvCxnSpPr>
            <a:cxnSpLocks/>
          </p:cNvCxnSpPr>
          <p:nvPr/>
        </p:nvCxnSpPr>
        <p:spPr>
          <a:xfrm flipV="1">
            <a:off x="6627044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0936392-631B-8709-425E-5FC85F65F254}"/>
              </a:ext>
            </a:extLst>
          </p:cNvPr>
          <p:cNvCxnSpPr>
            <a:cxnSpLocks/>
          </p:cNvCxnSpPr>
          <p:nvPr/>
        </p:nvCxnSpPr>
        <p:spPr>
          <a:xfrm flipV="1">
            <a:off x="11448426" y="0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4D50DC9-5BD8-458B-146F-968EC8C4E3EE}"/>
              </a:ext>
            </a:extLst>
          </p:cNvPr>
          <p:cNvCxnSpPr>
            <a:cxnSpLocks/>
          </p:cNvCxnSpPr>
          <p:nvPr/>
        </p:nvCxnSpPr>
        <p:spPr>
          <a:xfrm>
            <a:off x="5200419" y="4786670"/>
            <a:ext cx="610016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9EDD0D8-78EA-AAAF-D524-2AB81B8B96C8}"/>
              </a:ext>
            </a:extLst>
          </p:cNvPr>
          <p:cNvGrpSpPr/>
          <p:nvPr/>
        </p:nvGrpSpPr>
        <p:grpSpPr>
          <a:xfrm>
            <a:off x="3185532" y="5004611"/>
            <a:ext cx="2014888" cy="0"/>
            <a:chOff x="3185532" y="5109240"/>
            <a:chExt cx="2014888" cy="0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364B1DF-82DE-3855-8895-018BB055BB07}"/>
                </a:ext>
              </a:extLst>
            </p:cNvPr>
            <p:cNvCxnSpPr>
              <a:cxnSpLocks/>
            </p:cNvCxnSpPr>
            <p:nvPr/>
          </p:nvCxnSpPr>
          <p:spPr>
            <a:xfrm>
              <a:off x="3948731" y="5109240"/>
              <a:ext cx="399896" cy="0"/>
            </a:xfrm>
            <a:prstGeom prst="line">
              <a:avLst/>
            </a:prstGeom>
            <a:ln w="38100">
              <a:solidFill>
                <a:srgbClr val="FF0000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0808B5E-C171-6DED-9AD8-4BB7F267DFE0}"/>
                </a:ext>
              </a:extLst>
            </p:cNvPr>
            <p:cNvCxnSpPr>
              <a:cxnSpLocks/>
            </p:cNvCxnSpPr>
            <p:nvPr/>
          </p:nvCxnSpPr>
          <p:spPr>
            <a:xfrm>
              <a:off x="4348627" y="5109240"/>
              <a:ext cx="851793" cy="0"/>
            </a:xfrm>
            <a:prstGeom prst="line">
              <a:avLst/>
            </a:prstGeom>
            <a:ln w="38100">
              <a:solidFill>
                <a:srgbClr val="FF0000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0B4EC01-52C6-A1F3-09D7-06D71760A5DF}"/>
                </a:ext>
              </a:extLst>
            </p:cNvPr>
            <p:cNvCxnSpPr>
              <a:cxnSpLocks/>
            </p:cNvCxnSpPr>
            <p:nvPr/>
          </p:nvCxnSpPr>
          <p:spPr>
            <a:xfrm>
              <a:off x="3185532" y="5109240"/>
              <a:ext cx="763199" cy="0"/>
            </a:xfrm>
            <a:prstGeom prst="line">
              <a:avLst/>
            </a:prstGeom>
            <a:ln w="38100">
              <a:solidFill>
                <a:srgbClr val="FF0000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DF3E37F-70CB-41EA-8AEE-32E87EEFBFD1}"/>
              </a:ext>
            </a:extLst>
          </p:cNvPr>
          <p:cNvCxnSpPr>
            <a:cxnSpLocks/>
          </p:cNvCxnSpPr>
          <p:nvPr/>
        </p:nvCxnSpPr>
        <p:spPr>
          <a:xfrm>
            <a:off x="2064975" y="5282541"/>
            <a:ext cx="1122081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26420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11E87-B28B-D496-CCC0-F33920C0E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 descr="A close-up of a diagram&#10;&#10;AI-generated content may be incorrect.">
            <a:extLst>
              <a:ext uri="{FF2B5EF4-FFF2-40B4-BE49-F238E27FC236}">
                <a16:creationId xmlns:a16="http://schemas.microsoft.com/office/drawing/2014/main" id="{66A348E9-9A9C-E0E3-32BF-212ADF259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429" y="471758"/>
            <a:ext cx="11810255" cy="2979515"/>
          </a:xfrm>
          <a:prstGeom prst="rect">
            <a:avLst/>
          </a:prstGeom>
        </p:spPr>
      </p:pic>
      <p:pic>
        <p:nvPicPr>
          <p:cNvPr id="4" name="Picture 3" descr="A group of graphs showing different colors&#10;&#10;Description automatically generated with medium confidence">
            <a:extLst>
              <a:ext uri="{FF2B5EF4-FFF2-40B4-BE49-F238E27FC236}">
                <a16:creationId xmlns:a16="http://schemas.microsoft.com/office/drawing/2014/main" id="{9F047B39-625A-5896-F886-5D5EF69ED9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93" t="47643" r="1518" b="34483"/>
          <a:stretch/>
        </p:blipFill>
        <p:spPr>
          <a:xfrm>
            <a:off x="89131" y="3757222"/>
            <a:ext cx="12018602" cy="183922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373EDD0-A945-4C1A-84DF-D578F584D8D3}"/>
              </a:ext>
            </a:extLst>
          </p:cNvPr>
          <p:cNvSpPr/>
          <p:nvPr/>
        </p:nvSpPr>
        <p:spPr>
          <a:xfrm>
            <a:off x="853944" y="3922644"/>
            <a:ext cx="4990265" cy="1378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C3B1FD2-18B5-A70A-F1B8-C3E627C7C88E}"/>
              </a:ext>
            </a:extLst>
          </p:cNvPr>
          <p:cNvCxnSpPr>
            <a:cxnSpLocks/>
          </p:cNvCxnSpPr>
          <p:nvPr/>
        </p:nvCxnSpPr>
        <p:spPr>
          <a:xfrm>
            <a:off x="870424" y="5282541"/>
            <a:ext cx="1193027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0351AED-F29C-B90D-A84F-5AA5A96C9D25}"/>
              </a:ext>
            </a:extLst>
          </p:cNvPr>
          <p:cNvCxnSpPr>
            <a:cxnSpLocks/>
          </p:cNvCxnSpPr>
          <p:nvPr/>
        </p:nvCxnSpPr>
        <p:spPr>
          <a:xfrm>
            <a:off x="5200419" y="4849734"/>
            <a:ext cx="610016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F0F228-A685-BDDB-9DA1-EADC631EC5F3}"/>
              </a:ext>
            </a:extLst>
          </p:cNvPr>
          <p:cNvCxnSpPr>
            <a:cxnSpLocks/>
          </p:cNvCxnSpPr>
          <p:nvPr/>
        </p:nvCxnSpPr>
        <p:spPr>
          <a:xfrm flipV="1">
            <a:off x="851243" y="3085719"/>
            <a:ext cx="0" cy="27219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33ABA6B-7F36-03CB-1E39-CD27E0283EA6}"/>
              </a:ext>
            </a:extLst>
          </p:cNvPr>
          <p:cNvCxnSpPr/>
          <p:nvPr/>
        </p:nvCxnSpPr>
        <p:spPr>
          <a:xfrm flipV="1">
            <a:off x="11445103" y="3085719"/>
            <a:ext cx="0" cy="25207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0063FF9-3064-0517-9BF5-20ADA5AA1B15}"/>
              </a:ext>
            </a:extLst>
          </p:cNvPr>
          <p:cNvCxnSpPr>
            <a:cxnSpLocks/>
          </p:cNvCxnSpPr>
          <p:nvPr/>
        </p:nvCxnSpPr>
        <p:spPr>
          <a:xfrm flipH="1">
            <a:off x="99179" y="3334265"/>
            <a:ext cx="1201860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75083ED-3592-2541-8940-454C1E07C24B}"/>
              </a:ext>
            </a:extLst>
          </p:cNvPr>
          <p:cNvCxnSpPr>
            <a:cxnSpLocks/>
          </p:cNvCxnSpPr>
          <p:nvPr/>
        </p:nvCxnSpPr>
        <p:spPr>
          <a:xfrm flipH="1">
            <a:off x="99179" y="3334265"/>
            <a:ext cx="1201860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BDDB8F5-8507-DB8D-768A-ADEB9B472C56}"/>
              </a:ext>
            </a:extLst>
          </p:cNvPr>
          <p:cNvCxnSpPr>
            <a:cxnSpLocks/>
          </p:cNvCxnSpPr>
          <p:nvPr/>
        </p:nvCxnSpPr>
        <p:spPr>
          <a:xfrm flipV="1">
            <a:off x="851243" y="75890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570DC5F-9E1D-4559-D933-292F4A01D334}"/>
              </a:ext>
            </a:extLst>
          </p:cNvPr>
          <p:cNvCxnSpPr>
            <a:cxnSpLocks/>
          </p:cNvCxnSpPr>
          <p:nvPr/>
        </p:nvCxnSpPr>
        <p:spPr>
          <a:xfrm flipV="1">
            <a:off x="2042731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8FA71C8-C632-A5CE-5A73-C128F5E29FA0}"/>
              </a:ext>
            </a:extLst>
          </p:cNvPr>
          <p:cNvCxnSpPr>
            <a:cxnSpLocks/>
          </p:cNvCxnSpPr>
          <p:nvPr/>
        </p:nvCxnSpPr>
        <p:spPr>
          <a:xfrm flipV="1">
            <a:off x="5833872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F0A746A-831E-0257-0E19-101AE7C0290B}"/>
              </a:ext>
            </a:extLst>
          </p:cNvPr>
          <p:cNvCxnSpPr>
            <a:cxnSpLocks/>
          </p:cNvCxnSpPr>
          <p:nvPr/>
        </p:nvCxnSpPr>
        <p:spPr>
          <a:xfrm flipV="1">
            <a:off x="6370735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C21E9C5-D91B-5A5B-53EE-A70D32C0B6B8}"/>
              </a:ext>
            </a:extLst>
          </p:cNvPr>
          <p:cNvCxnSpPr>
            <a:cxnSpLocks/>
          </p:cNvCxnSpPr>
          <p:nvPr/>
        </p:nvCxnSpPr>
        <p:spPr>
          <a:xfrm flipV="1">
            <a:off x="6627044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5A9B910-6B4C-0EA2-9580-4AA6D0EE18F3}"/>
              </a:ext>
            </a:extLst>
          </p:cNvPr>
          <p:cNvCxnSpPr>
            <a:cxnSpLocks/>
          </p:cNvCxnSpPr>
          <p:nvPr/>
        </p:nvCxnSpPr>
        <p:spPr>
          <a:xfrm flipV="1">
            <a:off x="11448426" y="0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73F0797-4C1B-13F5-BA19-3D472B977958}"/>
              </a:ext>
            </a:extLst>
          </p:cNvPr>
          <p:cNvGrpSpPr/>
          <p:nvPr/>
        </p:nvGrpSpPr>
        <p:grpSpPr>
          <a:xfrm>
            <a:off x="3185532" y="5004611"/>
            <a:ext cx="2014888" cy="0"/>
            <a:chOff x="3185532" y="5004611"/>
            <a:chExt cx="2014888" cy="0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6D1CE9A-418F-A0C7-BDDC-EF4FAE3B49E5}"/>
                </a:ext>
              </a:extLst>
            </p:cNvPr>
            <p:cNvCxnSpPr>
              <a:cxnSpLocks/>
            </p:cNvCxnSpPr>
            <p:nvPr/>
          </p:nvCxnSpPr>
          <p:spPr>
            <a:xfrm>
              <a:off x="3948731" y="5004611"/>
              <a:ext cx="399896" cy="0"/>
            </a:xfrm>
            <a:prstGeom prst="line">
              <a:avLst/>
            </a:prstGeom>
            <a:ln w="38100">
              <a:solidFill>
                <a:srgbClr val="FF0000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FB64075-F2A2-EF3B-2EE1-E05AAA4B501E}"/>
                </a:ext>
              </a:extLst>
            </p:cNvPr>
            <p:cNvCxnSpPr>
              <a:cxnSpLocks/>
            </p:cNvCxnSpPr>
            <p:nvPr/>
          </p:nvCxnSpPr>
          <p:spPr>
            <a:xfrm>
              <a:off x="4348627" y="5004611"/>
              <a:ext cx="851793" cy="0"/>
            </a:xfrm>
            <a:prstGeom prst="line">
              <a:avLst/>
            </a:prstGeom>
            <a:ln w="38100">
              <a:solidFill>
                <a:srgbClr val="FF0000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61617CC-C5D0-B3D0-11DC-4F7B0AAACF75}"/>
                </a:ext>
              </a:extLst>
            </p:cNvPr>
            <p:cNvCxnSpPr>
              <a:cxnSpLocks/>
            </p:cNvCxnSpPr>
            <p:nvPr/>
          </p:nvCxnSpPr>
          <p:spPr>
            <a:xfrm>
              <a:off x="3185532" y="5004611"/>
              <a:ext cx="763199" cy="0"/>
            </a:xfrm>
            <a:prstGeom prst="line">
              <a:avLst/>
            </a:prstGeom>
            <a:ln w="38100">
              <a:solidFill>
                <a:srgbClr val="FF0000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78CBA5D-E76E-CE85-5FA2-CFE4718E5087}"/>
              </a:ext>
            </a:extLst>
          </p:cNvPr>
          <p:cNvCxnSpPr>
            <a:cxnSpLocks/>
          </p:cNvCxnSpPr>
          <p:nvPr/>
        </p:nvCxnSpPr>
        <p:spPr>
          <a:xfrm>
            <a:off x="2064975" y="5282541"/>
            <a:ext cx="1122081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89784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3.7037E-7 L -0.00078 -0.0319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1.11111E-6 L -2.08333E-7 -0.0331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4.07407E-6 L -2.5E-6 -0.03079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5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164EB-0AAF-C784-32BD-DD067BC1D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diagram&#10;&#10;AI-generated content may be incorrect.">
            <a:extLst>
              <a:ext uri="{FF2B5EF4-FFF2-40B4-BE49-F238E27FC236}">
                <a16:creationId xmlns:a16="http://schemas.microsoft.com/office/drawing/2014/main" id="{18F5ABEE-8A54-C399-8A82-5C8A4BBD8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429" y="471758"/>
            <a:ext cx="11810255" cy="2979515"/>
          </a:xfrm>
          <a:prstGeom prst="rect">
            <a:avLst/>
          </a:prstGeom>
        </p:spPr>
      </p:pic>
      <p:pic>
        <p:nvPicPr>
          <p:cNvPr id="4" name="Picture 3" descr="A group of graphs showing different colors&#10;&#10;Description automatically generated with medium confidence">
            <a:extLst>
              <a:ext uri="{FF2B5EF4-FFF2-40B4-BE49-F238E27FC236}">
                <a16:creationId xmlns:a16="http://schemas.microsoft.com/office/drawing/2014/main" id="{8FF980BD-4274-3F5D-069A-343E879096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93" t="47643" r="1518" b="34483"/>
          <a:stretch/>
        </p:blipFill>
        <p:spPr>
          <a:xfrm>
            <a:off x="89131" y="3757222"/>
            <a:ext cx="12018602" cy="183922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7D50573-D1E6-9D13-DBB5-32391ED51948}"/>
              </a:ext>
            </a:extLst>
          </p:cNvPr>
          <p:cNvSpPr/>
          <p:nvPr/>
        </p:nvSpPr>
        <p:spPr>
          <a:xfrm>
            <a:off x="853944" y="3922644"/>
            <a:ext cx="4990265" cy="1378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9212BD0-EEA5-54FC-EA68-B4AE6872072F}"/>
              </a:ext>
            </a:extLst>
          </p:cNvPr>
          <p:cNvCxnSpPr>
            <a:cxnSpLocks/>
          </p:cNvCxnSpPr>
          <p:nvPr/>
        </p:nvCxnSpPr>
        <p:spPr>
          <a:xfrm>
            <a:off x="870424" y="5282541"/>
            <a:ext cx="1193027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5FD8704-45A2-08F6-C021-9EE2AC03B2DE}"/>
              </a:ext>
            </a:extLst>
          </p:cNvPr>
          <p:cNvCxnSpPr>
            <a:cxnSpLocks/>
          </p:cNvCxnSpPr>
          <p:nvPr/>
        </p:nvCxnSpPr>
        <p:spPr>
          <a:xfrm>
            <a:off x="5200419" y="4849734"/>
            <a:ext cx="610016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784A31-B007-3DDC-B53C-3B33B0A3AA59}"/>
              </a:ext>
            </a:extLst>
          </p:cNvPr>
          <p:cNvCxnSpPr>
            <a:cxnSpLocks/>
          </p:cNvCxnSpPr>
          <p:nvPr/>
        </p:nvCxnSpPr>
        <p:spPr>
          <a:xfrm flipV="1">
            <a:off x="851243" y="3085719"/>
            <a:ext cx="0" cy="27219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AA86A82-743C-1318-D1DD-D5A8BBA70A1E}"/>
              </a:ext>
            </a:extLst>
          </p:cNvPr>
          <p:cNvCxnSpPr/>
          <p:nvPr/>
        </p:nvCxnSpPr>
        <p:spPr>
          <a:xfrm flipV="1">
            <a:off x="11445103" y="3085719"/>
            <a:ext cx="0" cy="25207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93A6E3F-C967-AE7A-383B-61C266BF0D0A}"/>
              </a:ext>
            </a:extLst>
          </p:cNvPr>
          <p:cNvCxnSpPr>
            <a:cxnSpLocks/>
          </p:cNvCxnSpPr>
          <p:nvPr/>
        </p:nvCxnSpPr>
        <p:spPr>
          <a:xfrm flipH="1">
            <a:off x="99179" y="3334265"/>
            <a:ext cx="1201860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4EF9513-01FA-8263-84F9-694B1FBC1E25}"/>
              </a:ext>
            </a:extLst>
          </p:cNvPr>
          <p:cNvCxnSpPr>
            <a:cxnSpLocks/>
          </p:cNvCxnSpPr>
          <p:nvPr/>
        </p:nvCxnSpPr>
        <p:spPr>
          <a:xfrm flipH="1">
            <a:off x="99179" y="3334265"/>
            <a:ext cx="1201860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69FBDD2-614A-27E4-02EE-78DDDA316EC0}"/>
              </a:ext>
            </a:extLst>
          </p:cNvPr>
          <p:cNvCxnSpPr>
            <a:cxnSpLocks/>
          </p:cNvCxnSpPr>
          <p:nvPr/>
        </p:nvCxnSpPr>
        <p:spPr>
          <a:xfrm flipV="1">
            <a:off x="851243" y="75890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3D11A9F-EED2-E97E-38EF-C2B210D4CBF8}"/>
              </a:ext>
            </a:extLst>
          </p:cNvPr>
          <p:cNvCxnSpPr>
            <a:cxnSpLocks/>
          </p:cNvCxnSpPr>
          <p:nvPr/>
        </p:nvCxnSpPr>
        <p:spPr>
          <a:xfrm flipV="1">
            <a:off x="2042731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34D63F5-31F6-AF23-59BA-1BC1710A0AAA}"/>
              </a:ext>
            </a:extLst>
          </p:cNvPr>
          <p:cNvCxnSpPr>
            <a:cxnSpLocks/>
          </p:cNvCxnSpPr>
          <p:nvPr/>
        </p:nvCxnSpPr>
        <p:spPr>
          <a:xfrm flipV="1">
            <a:off x="5833872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67E119C-9005-3D3B-F1ED-EC4F8D83A769}"/>
              </a:ext>
            </a:extLst>
          </p:cNvPr>
          <p:cNvCxnSpPr>
            <a:cxnSpLocks/>
          </p:cNvCxnSpPr>
          <p:nvPr/>
        </p:nvCxnSpPr>
        <p:spPr>
          <a:xfrm flipV="1">
            <a:off x="6370735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8D9156F-2750-D3CB-F396-92063A9391CA}"/>
              </a:ext>
            </a:extLst>
          </p:cNvPr>
          <p:cNvCxnSpPr>
            <a:cxnSpLocks/>
          </p:cNvCxnSpPr>
          <p:nvPr/>
        </p:nvCxnSpPr>
        <p:spPr>
          <a:xfrm flipV="1">
            <a:off x="6627044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FABA9C7-29AC-8D82-2C54-6309BF33FE69}"/>
              </a:ext>
            </a:extLst>
          </p:cNvPr>
          <p:cNvCxnSpPr>
            <a:cxnSpLocks/>
          </p:cNvCxnSpPr>
          <p:nvPr/>
        </p:nvCxnSpPr>
        <p:spPr>
          <a:xfrm flipV="1">
            <a:off x="11448426" y="0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7BFB70F-FA7D-8BB4-1999-A8817ED1B254}"/>
              </a:ext>
            </a:extLst>
          </p:cNvPr>
          <p:cNvCxnSpPr>
            <a:cxnSpLocks/>
          </p:cNvCxnSpPr>
          <p:nvPr/>
        </p:nvCxnSpPr>
        <p:spPr>
          <a:xfrm>
            <a:off x="3948731" y="5004611"/>
            <a:ext cx="399896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C22DFF5-945B-E142-8AFA-5E8A79044D52}"/>
              </a:ext>
            </a:extLst>
          </p:cNvPr>
          <p:cNvCxnSpPr>
            <a:cxnSpLocks/>
          </p:cNvCxnSpPr>
          <p:nvPr/>
        </p:nvCxnSpPr>
        <p:spPr>
          <a:xfrm>
            <a:off x="4348627" y="5004611"/>
            <a:ext cx="851793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EA72635-25A7-8D21-7BB2-6F5DAB133103}"/>
              </a:ext>
            </a:extLst>
          </p:cNvPr>
          <p:cNvCxnSpPr>
            <a:cxnSpLocks/>
          </p:cNvCxnSpPr>
          <p:nvPr/>
        </p:nvCxnSpPr>
        <p:spPr>
          <a:xfrm>
            <a:off x="3185532" y="5004611"/>
            <a:ext cx="763199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C1BA65A-73EF-4EE6-E9CB-7D0714423C37}"/>
              </a:ext>
            </a:extLst>
          </p:cNvPr>
          <p:cNvCxnSpPr>
            <a:cxnSpLocks/>
          </p:cNvCxnSpPr>
          <p:nvPr/>
        </p:nvCxnSpPr>
        <p:spPr>
          <a:xfrm>
            <a:off x="2064975" y="5282541"/>
            <a:ext cx="1122081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ADB1FAD-C9DC-4921-70F0-A9BF6628E1AC}"/>
              </a:ext>
            </a:extLst>
          </p:cNvPr>
          <p:cNvGrpSpPr/>
          <p:nvPr/>
        </p:nvGrpSpPr>
        <p:grpSpPr>
          <a:xfrm>
            <a:off x="3985720" y="900248"/>
            <a:ext cx="1451871" cy="2507813"/>
            <a:chOff x="3949250" y="1363769"/>
            <a:chExt cx="1451871" cy="2540775"/>
          </a:xfrm>
        </p:grpSpPr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011EDF97-9F76-CF1E-FE2D-FA6938945DD0}"/>
                </a:ext>
              </a:extLst>
            </p:cNvPr>
            <p:cNvSpPr/>
            <p:nvPr/>
          </p:nvSpPr>
          <p:spPr>
            <a:xfrm rot="21339342">
              <a:off x="4062536" y="1608492"/>
              <a:ext cx="1194698" cy="2053097"/>
            </a:xfrm>
            <a:custGeom>
              <a:avLst/>
              <a:gdLst>
                <a:gd name="connsiteX0" fmla="*/ 0 w 1228506"/>
                <a:gd name="connsiteY0" fmla="*/ 2121967 h 2121967"/>
                <a:gd name="connsiteX1" fmla="*/ 202424 w 1228506"/>
                <a:gd name="connsiteY1" fmla="*/ 1437912 h 2121967"/>
                <a:gd name="connsiteX2" fmla="*/ 970241 w 1228506"/>
                <a:gd name="connsiteY2" fmla="*/ 907420 h 2121967"/>
                <a:gd name="connsiteX3" fmla="*/ 1228506 w 1228506"/>
                <a:gd name="connsiteY3" fmla="*/ 0 h 212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8506" h="2121967">
                  <a:moveTo>
                    <a:pt x="0" y="2121967"/>
                  </a:moveTo>
                  <a:cubicBezTo>
                    <a:pt x="20358" y="1881151"/>
                    <a:pt x="40717" y="1640336"/>
                    <a:pt x="202424" y="1437912"/>
                  </a:cubicBezTo>
                  <a:cubicBezTo>
                    <a:pt x="364131" y="1235488"/>
                    <a:pt x="799227" y="1147072"/>
                    <a:pt x="970241" y="907420"/>
                  </a:cubicBezTo>
                  <a:cubicBezTo>
                    <a:pt x="1141255" y="667768"/>
                    <a:pt x="1184880" y="333884"/>
                    <a:pt x="1228506" y="0"/>
                  </a:cubicBezTo>
                </a:path>
              </a:pathLst>
            </a:custGeom>
            <a:noFill/>
            <a:ln w="381000">
              <a:solidFill>
                <a:schemeClr val="tx1">
                  <a:alpha val="68060"/>
                </a:schemeClr>
              </a:solidFill>
              <a:headEnd type="none" w="med" len="med"/>
              <a:tailEnd type="triangle" w="sm" len="sm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79A984E-48A1-455B-7A8C-1C7D3C661755}"/>
                </a:ext>
              </a:extLst>
            </p:cNvPr>
            <p:cNvSpPr/>
            <p:nvPr/>
          </p:nvSpPr>
          <p:spPr>
            <a:xfrm>
              <a:off x="3949250" y="3771921"/>
              <a:ext cx="362968" cy="13262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4286EB7-27E4-FDDF-CE0D-2EC4B8166C3D}"/>
                </a:ext>
              </a:extLst>
            </p:cNvPr>
            <p:cNvSpPr/>
            <p:nvPr/>
          </p:nvSpPr>
          <p:spPr>
            <a:xfrm>
              <a:off x="4970310" y="1363769"/>
              <a:ext cx="430811" cy="12655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</p:grpSp>
    </p:spTree>
    <p:extLst>
      <p:ext uri="{BB962C8B-B14F-4D97-AF65-F5344CB8AC3E}">
        <p14:creationId xmlns:p14="http://schemas.microsoft.com/office/powerpoint/2010/main" val="3450880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1.11111E-6 L -4.375E-6 0.04306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1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9D481-ED08-83FD-47F3-F5E2FA5F0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diagram&#10;&#10;AI-generated content may be incorrect.">
            <a:extLst>
              <a:ext uri="{FF2B5EF4-FFF2-40B4-BE49-F238E27FC236}">
                <a16:creationId xmlns:a16="http://schemas.microsoft.com/office/drawing/2014/main" id="{A4D5D74B-6822-B2F3-616A-3ECDEAAE7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429" y="471758"/>
            <a:ext cx="11810255" cy="2979515"/>
          </a:xfrm>
          <a:prstGeom prst="rect">
            <a:avLst/>
          </a:prstGeom>
        </p:spPr>
      </p:pic>
      <p:pic>
        <p:nvPicPr>
          <p:cNvPr id="4" name="Picture 3" descr="A group of graphs showing different colors&#10;&#10;Description automatically generated with medium confidence">
            <a:extLst>
              <a:ext uri="{FF2B5EF4-FFF2-40B4-BE49-F238E27FC236}">
                <a16:creationId xmlns:a16="http://schemas.microsoft.com/office/drawing/2014/main" id="{A53C06AB-B5CD-BCB7-BF4B-3D34A7333D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93" t="47643" r="1518" b="34483"/>
          <a:stretch/>
        </p:blipFill>
        <p:spPr>
          <a:xfrm>
            <a:off x="89131" y="3757222"/>
            <a:ext cx="12018602" cy="183922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48F6072-04FD-4AB7-AE0E-A5293CA1E950}"/>
              </a:ext>
            </a:extLst>
          </p:cNvPr>
          <p:cNvSpPr/>
          <p:nvPr/>
        </p:nvSpPr>
        <p:spPr>
          <a:xfrm>
            <a:off x="853944" y="3922644"/>
            <a:ext cx="4990265" cy="1378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21BAE46-99EB-4A3E-6E27-7C4E09EC1198}"/>
              </a:ext>
            </a:extLst>
          </p:cNvPr>
          <p:cNvCxnSpPr>
            <a:cxnSpLocks/>
          </p:cNvCxnSpPr>
          <p:nvPr/>
        </p:nvCxnSpPr>
        <p:spPr>
          <a:xfrm>
            <a:off x="870424" y="5282541"/>
            <a:ext cx="1193027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710AE4E-7640-30E1-DE28-4553B3F86033}"/>
              </a:ext>
            </a:extLst>
          </p:cNvPr>
          <p:cNvCxnSpPr>
            <a:cxnSpLocks/>
          </p:cNvCxnSpPr>
          <p:nvPr/>
        </p:nvCxnSpPr>
        <p:spPr>
          <a:xfrm flipV="1">
            <a:off x="851243" y="3085719"/>
            <a:ext cx="0" cy="27219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BDF0F6F-706A-B8DF-AC00-DA070E6A87E3}"/>
              </a:ext>
            </a:extLst>
          </p:cNvPr>
          <p:cNvCxnSpPr/>
          <p:nvPr/>
        </p:nvCxnSpPr>
        <p:spPr>
          <a:xfrm flipV="1">
            <a:off x="11445103" y="3085719"/>
            <a:ext cx="0" cy="25207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037D835-99BD-87CE-109E-2CF2040DC3C6}"/>
              </a:ext>
            </a:extLst>
          </p:cNvPr>
          <p:cNvCxnSpPr>
            <a:cxnSpLocks/>
          </p:cNvCxnSpPr>
          <p:nvPr/>
        </p:nvCxnSpPr>
        <p:spPr>
          <a:xfrm flipH="1">
            <a:off x="99179" y="3334265"/>
            <a:ext cx="1201860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E591385-54B1-443F-EF78-BD4307B6751B}"/>
              </a:ext>
            </a:extLst>
          </p:cNvPr>
          <p:cNvCxnSpPr>
            <a:cxnSpLocks/>
          </p:cNvCxnSpPr>
          <p:nvPr/>
        </p:nvCxnSpPr>
        <p:spPr>
          <a:xfrm flipH="1">
            <a:off x="99179" y="3334265"/>
            <a:ext cx="1201860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53977B9-9324-317A-0A40-F65C6F2AEC53}"/>
              </a:ext>
            </a:extLst>
          </p:cNvPr>
          <p:cNvCxnSpPr>
            <a:cxnSpLocks/>
          </p:cNvCxnSpPr>
          <p:nvPr/>
        </p:nvCxnSpPr>
        <p:spPr>
          <a:xfrm flipV="1">
            <a:off x="851243" y="75890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330570C-4674-8896-FF99-CE7B17090BC6}"/>
              </a:ext>
            </a:extLst>
          </p:cNvPr>
          <p:cNvCxnSpPr>
            <a:cxnSpLocks/>
          </p:cNvCxnSpPr>
          <p:nvPr/>
        </p:nvCxnSpPr>
        <p:spPr>
          <a:xfrm flipV="1">
            <a:off x="2042731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38CF0AC-9A5E-A630-2A8B-9150A27BD9E1}"/>
              </a:ext>
            </a:extLst>
          </p:cNvPr>
          <p:cNvCxnSpPr>
            <a:cxnSpLocks/>
          </p:cNvCxnSpPr>
          <p:nvPr/>
        </p:nvCxnSpPr>
        <p:spPr>
          <a:xfrm flipV="1">
            <a:off x="5833872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9859F15-247E-7269-EF8C-E5BF0793FD48}"/>
              </a:ext>
            </a:extLst>
          </p:cNvPr>
          <p:cNvCxnSpPr>
            <a:cxnSpLocks/>
          </p:cNvCxnSpPr>
          <p:nvPr/>
        </p:nvCxnSpPr>
        <p:spPr>
          <a:xfrm flipV="1">
            <a:off x="6370735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464A539-1EFF-8BEC-5F18-41B135BBA707}"/>
              </a:ext>
            </a:extLst>
          </p:cNvPr>
          <p:cNvCxnSpPr>
            <a:cxnSpLocks/>
          </p:cNvCxnSpPr>
          <p:nvPr/>
        </p:nvCxnSpPr>
        <p:spPr>
          <a:xfrm flipV="1">
            <a:off x="6627044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87032E2-3C6E-336B-F6E6-DEE235AE9304}"/>
              </a:ext>
            </a:extLst>
          </p:cNvPr>
          <p:cNvCxnSpPr>
            <a:cxnSpLocks/>
          </p:cNvCxnSpPr>
          <p:nvPr/>
        </p:nvCxnSpPr>
        <p:spPr>
          <a:xfrm flipV="1">
            <a:off x="11448426" y="0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4CE6C12A-7A1D-CF69-100E-EB2D6ACE50BE}"/>
              </a:ext>
            </a:extLst>
          </p:cNvPr>
          <p:cNvGrpSpPr/>
          <p:nvPr/>
        </p:nvGrpSpPr>
        <p:grpSpPr>
          <a:xfrm>
            <a:off x="2064975" y="4849734"/>
            <a:ext cx="3745460" cy="444247"/>
            <a:chOff x="2064975" y="4849734"/>
            <a:chExt cx="3745460" cy="444247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0A5A5A1-FF15-3202-E72F-1B9DE9A79BAC}"/>
                </a:ext>
              </a:extLst>
            </p:cNvPr>
            <p:cNvCxnSpPr>
              <a:cxnSpLocks/>
            </p:cNvCxnSpPr>
            <p:nvPr/>
          </p:nvCxnSpPr>
          <p:spPr>
            <a:xfrm>
              <a:off x="5200419" y="4849734"/>
              <a:ext cx="610016" cy="0"/>
            </a:xfrm>
            <a:prstGeom prst="line">
              <a:avLst/>
            </a:prstGeom>
            <a:ln w="38100">
              <a:solidFill>
                <a:srgbClr val="FF0000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0F14063-52F2-10B4-B6A9-15D0239E78DA}"/>
                </a:ext>
              </a:extLst>
            </p:cNvPr>
            <p:cNvCxnSpPr>
              <a:cxnSpLocks/>
            </p:cNvCxnSpPr>
            <p:nvPr/>
          </p:nvCxnSpPr>
          <p:spPr>
            <a:xfrm>
              <a:off x="3948731" y="5293981"/>
              <a:ext cx="399896" cy="0"/>
            </a:xfrm>
            <a:prstGeom prst="line">
              <a:avLst/>
            </a:prstGeom>
            <a:ln w="38100">
              <a:solidFill>
                <a:srgbClr val="FF0000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5F32AB9-CD0A-52E0-0D97-E0C18ED606F2}"/>
                </a:ext>
              </a:extLst>
            </p:cNvPr>
            <p:cNvCxnSpPr>
              <a:cxnSpLocks/>
            </p:cNvCxnSpPr>
            <p:nvPr/>
          </p:nvCxnSpPr>
          <p:spPr>
            <a:xfrm>
              <a:off x="4348627" y="5004611"/>
              <a:ext cx="851793" cy="0"/>
            </a:xfrm>
            <a:prstGeom prst="line">
              <a:avLst/>
            </a:prstGeom>
            <a:ln w="38100">
              <a:solidFill>
                <a:srgbClr val="FF0000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4118932-6C51-F4C9-19D2-5B6CFAD8A8CF}"/>
                </a:ext>
              </a:extLst>
            </p:cNvPr>
            <p:cNvCxnSpPr>
              <a:cxnSpLocks/>
            </p:cNvCxnSpPr>
            <p:nvPr/>
          </p:nvCxnSpPr>
          <p:spPr>
            <a:xfrm>
              <a:off x="3185532" y="5004611"/>
              <a:ext cx="763199" cy="0"/>
            </a:xfrm>
            <a:prstGeom prst="line">
              <a:avLst/>
            </a:prstGeom>
            <a:ln w="38100">
              <a:solidFill>
                <a:srgbClr val="FF0000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33ECBC0-1F29-93B2-AD58-7EC568969D75}"/>
                </a:ext>
              </a:extLst>
            </p:cNvPr>
            <p:cNvCxnSpPr>
              <a:cxnSpLocks/>
            </p:cNvCxnSpPr>
            <p:nvPr/>
          </p:nvCxnSpPr>
          <p:spPr>
            <a:xfrm>
              <a:off x="2064975" y="5282541"/>
              <a:ext cx="1122081" cy="0"/>
            </a:xfrm>
            <a:prstGeom prst="line">
              <a:avLst/>
            </a:prstGeom>
            <a:ln w="38100">
              <a:solidFill>
                <a:srgbClr val="FF0000">
                  <a:alpha val="80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AAB07FA-EE47-7CA2-D316-093861B51ACA}"/>
              </a:ext>
            </a:extLst>
          </p:cNvPr>
          <p:cNvGrpSpPr/>
          <p:nvPr/>
        </p:nvGrpSpPr>
        <p:grpSpPr>
          <a:xfrm>
            <a:off x="3985720" y="900248"/>
            <a:ext cx="1451871" cy="2507813"/>
            <a:chOff x="3949250" y="1363769"/>
            <a:chExt cx="1451871" cy="2540775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919B77A-7539-61D1-6D59-527AB8886FF1}"/>
                </a:ext>
              </a:extLst>
            </p:cNvPr>
            <p:cNvSpPr/>
            <p:nvPr/>
          </p:nvSpPr>
          <p:spPr>
            <a:xfrm>
              <a:off x="3949250" y="3771921"/>
              <a:ext cx="362968" cy="132623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27A2376-EA95-22C1-0E00-5D821D4F57AD}"/>
                </a:ext>
              </a:extLst>
            </p:cNvPr>
            <p:cNvSpPr/>
            <p:nvPr/>
          </p:nvSpPr>
          <p:spPr>
            <a:xfrm>
              <a:off x="4970310" y="1363769"/>
              <a:ext cx="430811" cy="12655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</p:grpSp>
    </p:spTree>
    <p:extLst>
      <p:ext uri="{BB962C8B-B14F-4D97-AF65-F5344CB8AC3E}">
        <p14:creationId xmlns:p14="http://schemas.microsoft.com/office/powerpoint/2010/main" val="15174851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3.33333E-6 L 3.33333E-6 -0.0881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4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40075-AA09-B55C-E30C-191508E92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graphs showing different colors&#10;&#10;Description automatically generated with medium confidence">
            <a:extLst>
              <a:ext uri="{FF2B5EF4-FFF2-40B4-BE49-F238E27FC236}">
                <a16:creationId xmlns:a16="http://schemas.microsoft.com/office/drawing/2014/main" id="{087AC251-2AD9-6B79-73C1-6FE687A79D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93" t="47643" r="1518" b="34483"/>
          <a:stretch/>
        </p:blipFill>
        <p:spPr>
          <a:xfrm>
            <a:off x="99179" y="4224467"/>
            <a:ext cx="12018602" cy="1839228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42B02185-9C6C-2978-A82E-B8F36F7ADF37}"/>
              </a:ext>
            </a:extLst>
          </p:cNvPr>
          <p:cNvGrpSpPr/>
          <p:nvPr/>
        </p:nvGrpSpPr>
        <p:grpSpPr>
          <a:xfrm>
            <a:off x="857795" y="4557489"/>
            <a:ext cx="4976077" cy="1218634"/>
            <a:chOff x="784643" y="5621088"/>
            <a:chExt cx="4976077" cy="121863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473D953-B818-0E07-3B89-4C7D732D27A5}"/>
                </a:ext>
              </a:extLst>
            </p:cNvPr>
            <p:cNvSpPr/>
            <p:nvPr/>
          </p:nvSpPr>
          <p:spPr>
            <a:xfrm>
              <a:off x="790448" y="5621088"/>
              <a:ext cx="4970272" cy="1218634"/>
            </a:xfrm>
            <a:prstGeom prst="rect">
              <a:avLst/>
            </a:prstGeom>
            <a:solidFill>
              <a:srgbClr val="FFFFFF">
                <a:alpha val="52157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7FCC5F6-E886-CC1A-AD9B-A23EA0E65E0A}"/>
                </a:ext>
              </a:extLst>
            </p:cNvPr>
            <p:cNvGrpSpPr/>
            <p:nvPr/>
          </p:nvGrpSpPr>
          <p:grpSpPr>
            <a:xfrm>
              <a:off x="784643" y="5673975"/>
              <a:ext cx="4940011" cy="1084003"/>
              <a:chOff x="2074277" y="5582546"/>
              <a:chExt cx="4116633" cy="873486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A368932F-1EBB-2D7C-3870-0003C9999B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74277" y="6456032"/>
                <a:ext cx="994179" cy="0"/>
              </a:xfrm>
              <a:prstGeom prst="line">
                <a:avLst/>
              </a:prstGeom>
              <a:ln w="38100">
                <a:solidFill>
                  <a:srgbClr val="FF0000">
                    <a:alpha val="8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CE09E39C-3A61-C7EF-8F87-6E8065CD774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68456" y="5793246"/>
                <a:ext cx="0" cy="662786"/>
              </a:xfrm>
              <a:prstGeom prst="line">
                <a:avLst/>
              </a:prstGeom>
              <a:ln w="38100">
                <a:solidFill>
                  <a:srgbClr val="FF0000">
                    <a:alpha val="8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120215E4-3733-709E-6885-BF2DC44E7E1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11487" y="5751297"/>
                <a:ext cx="628019" cy="5828"/>
              </a:xfrm>
              <a:prstGeom prst="line">
                <a:avLst/>
              </a:prstGeom>
              <a:ln w="38100">
                <a:solidFill>
                  <a:srgbClr val="FF0000">
                    <a:alpha val="8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6D203605-76C5-B2AE-7F27-C9342CC700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39506" y="5938757"/>
                <a:ext cx="333243" cy="0"/>
              </a:xfrm>
              <a:prstGeom prst="line">
                <a:avLst/>
              </a:prstGeom>
              <a:ln w="38100">
                <a:solidFill>
                  <a:srgbClr val="FF0000">
                    <a:alpha val="8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D3060BF4-7DEC-FE50-F7D0-E29A20AA0A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72749" y="5798360"/>
                <a:ext cx="709820" cy="0"/>
              </a:xfrm>
              <a:prstGeom prst="line">
                <a:avLst/>
              </a:prstGeom>
              <a:ln w="38100">
                <a:solidFill>
                  <a:srgbClr val="FF0000">
                    <a:alpha val="8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BC427A8E-A84A-F3D5-9EC4-5012B05C81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82569" y="5582546"/>
                <a:ext cx="508341" cy="0"/>
              </a:xfrm>
              <a:prstGeom prst="line">
                <a:avLst/>
              </a:prstGeom>
              <a:ln w="38100">
                <a:solidFill>
                  <a:srgbClr val="FF0000">
                    <a:alpha val="80000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1E07BF3-3805-843D-5DA2-545E529220C0}"/>
              </a:ext>
            </a:extLst>
          </p:cNvPr>
          <p:cNvCxnSpPr>
            <a:cxnSpLocks/>
          </p:cNvCxnSpPr>
          <p:nvPr/>
        </p:nvCxnSpPr>
        <p:spPr>
          <a:xfrm>
            <a:off x="6618732" y="4610377"/>
            <a:ext cx="4758636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B58071B-5AD2-69C6-6335-A77ABC573A48}"/>
              </a:ext>
            </a:extLst>
          </p:cNvPr>
          <p:cNvSpPr txBox="1"/>
          <p:nvPr/>
        </p:nvSpPr>
        <p:spPr>
          <a:xfrm>
            <a:off x="2356779" y="6211029"/>
            <a:ext cx="75034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sz="2000" dirty="0"/>
              <a:t>Non-stepwise degeneration based on Fst (from population data)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A3AA861-F21D-EADB-BE36-5CDDED21A5DB}"/>
              </a:ext>
            </a:extLst>
          </p:cNvPr>
          <p:cNvCxnSpPr>
            <a:cxnSpLocks/>
          </p:cNvCxnSpPr>
          <p:nvPr/>
        </p:nvCxnSpPr>
        <p:spPr>
          <a:xfrm flipH="1">
            <a:off x="99179" y="3334265"/>
            <a:ext cx="1201860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5C25B94-B2E8-F51A-F1F3-E42BE673CE7D}"/>
              </a:ext>
            </a:extLst>
          </p:cNvPr>
          <p:cNvCxnSpPr>
            <a:cxnSpLocks/>
          </p:cNvCxnSpPr>
          <p:nvPr/>
        </p:nvCxnSpPr>
        <p:spPr>
          <a:xfrm flipV="1">
            <a:off x="851243" y="75890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ED723C9-BB9E-1295-5B70-DFDF2732AD85}"/>
              </a:ext>
            </a:extLst>
          </p:cNvPr>
          <p:cNvCxnSpPr>
            <a:cxnSpLocks/>
          </p:cNvCxnSpPr>
          <p:nvPr/>
        </p:nvCxnSpPr>
        <p:spPr>
          <a:xfrm flipV="1">
            <a:off x="2042731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6BD2CFC-B274-2475-4EB3-F6D8D865CED6}"/>
              </a:ext>
            </a:extLst>
          </p:cNvPr>
          <p:cNvCxnSpPr>
            <a:cxnSpLocks/>
          </p:cNvCxnSpPr>
          <p:nvPr/>
        </p:nvCxnSpPr>
        <p:spPr>
          <a:xfrm flipV="1">
            <a:off x="5833872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FAF048F-8734-EFBD-303B-ED71220C712F}"/>
              </a:ext>
            </a:extLst>
          </p:cNvPr>
          <p:cNvCxnSpPr>
            <a:cxnSpLocks/>
          </p:cNvCxnSpPr>
          <p:nvPr/>
        </p:nvCxnSpPr>
        <p:spPr>
          <a:xfrm flipV="1">
            <a:off x="6370735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FAEBE44-A996-6159-2A92-040673CD0D1B}"/>
              </a:ext>
            </a:extLst>
          </p:cNvPr>
          <p:cNvCxnSpPr>
            <a:cxnSpLocks/>
          </p:cNvCxnSpPr>
          <p:nvPr/>
        </p:nvCxnSpPr>
        <p:spPr>
          <a:xfrm flipV="1">
            <a:off x="6627044" y="72425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930C40B-E2E2-DAEA-1A7C-C2E2A387288F}"/>
              </a:ext>
            </a:extLst>
          </p:cNvPr>
          <p:cNvCxnSpPr>
            <a:cxnSpLocks/>
          </p:cNvCxnSpPr>
          <p:nvPr/>
        </p:nvCxnSpPr>
        <p:spPr>
          <a:xfrm flipV="1">
            <a:off x="11448426" y="0"/>
            <a:ext cx="0" cy="57317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6BD5A4F-1412-7492-130D-A8EF4D039F33}"/>
              </a:ext>
            </a:extLst>
          </p:cNvPr>
          <p:cNvCxnSpPr>
            <a:cxnSpLocks/>
          </p:cNvCxnSpPr>
          <p:nvPr/>
        </p:nvCxnSpPr>
        <p:spPr>
          <a:xfrm>
            <a:off x="2050821" y="4921986"/>
            <a:ext cx="1131650" cy="0"/>
          </a:xfrm>
          <a:prstGeom prst="line">
            <a:avLst/>
          </a:prstGeom>
          <a:ln w="38100">
            <a:solidFill>
              <a:srgbClr val="FF0000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9288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5945</TotalTime>
  <Words>37</Words>
  <Application>Microsoft Macintosh PowerPoint</Application>
  <PresentationFormat>Widescreen</PresentationFormat>
  <Paragraphs>6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Jeffries, Daniel Lee (IEE)</dc:creator>
  <cp:lastModifiedBy>Jeffries, Daniel Lee (IEE)</cp:lastModifiedBy>
  <cp:revision>1</cp:revision>
  <dcterms:created xsi:type="dcterms:W3CDTF">2025-10-31T10:17:08Z</dcterms:created>
  <dcterms:modified xsi:type="dcterms:W3CDTF">2025-11-04T13:22:24Z</dcterms:modified>
</cp:coreProperties>
</file>